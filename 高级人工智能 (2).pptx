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sldIdLst>
    <p:sldId id="292" r:id="rId2"/>
    <p:sldId id="277" r:id="rId3"/>
    <p:sldId id="295" r:id="rId4"/>
    <p:sldId id="294" r:id="rId5"/>
    <p:sldId id="303" r:id="rId6"/>
    <p:sldId id="304" r:id="rId7"/>
    <p:sldId id="305" r:id="rId8"/>
    <p:sldId id="293" r:id="rId9"/>
    <p:sldId id="265" r:id="rId10"/>
    <p:sldId id="280" r:id="rId11"/>
    <p:sldId id="306" r:id="rId12"/>
    <p:sldId id="282" r:id="rId13"/>
    <p:sldId id="301" r:id="rId14"/>
    <p:sldId id="283" r:id="rId15"/>
    <p:sldId id="300" r:id="rId16"/>
    <p:sldId id="284" r:id="rId17"/>
    <p:sldId id="285" r:id="rId18"/>
    <p:sldId id="262" r:id="rId19"/>
    <p:sldId id="263" r:id="rId20"/>
    <p:sldId id="264" r:id="rId21"/>
    <p:sldId id="270" r:id="rId22"/>
    <p:sldId id="286" r:id="rId23"/>
    <p:sldId id="267" r:id="rId24"/>
    <p:sldId id="287" r:id="rId25"/>
    <p:sldId id="268" r:id="rId26"/>
    <p:sldId id="289" r:id="rId27"/>
    <p:sldId id="269" r:id="rId28"/>
    <p:sldId id="302" r:id="rId29"/>
    <p:sldId id="271" r:id="rId30"/>
    <p:sldId id="291" r:id="rId31"/>
    <p:sldId id="308" r:id="rId32"/>
    <p:sldId id="272" r:id="rId33"/>
    <p:sldId id="309" r:id="rId34"/>
    <p:sldId id="307" r:id="rId35"/>
    <p:sldId id="273" r:id="rId36"/>
    <p:sldId id="274" r:id="rId37"/>
    <p:sldId id="275" r:id="rId38"/>
    <p:sldId id="310" r:id="rId39"/>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FF0000"/>
    <a:srgbClr val="000000"/>
    <a:srgbClr val="CC9900"/>
    <a:srgbClr val="CCCC00"/>
    <a:srgbClr val="99FF33"/>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432" autoAdjust="0"/>
  </p:normalViewPr>
  <p:slideViewPr>
    <p:cSldViewPr>
      <p:cViewPr varScale="1">
        <p:scale>
          <a:sx n="52" d="100"/>
          <a:sy n="52" d="100"/>
        </p:scale>
        <p:origin x="992" y="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3730" name="Group 2">
            <a:extLst>
              <a:ext uri="{FF2B5EF4-FFF2-40B4-BE49-F238E27FC236}">
                <a16:creationId xmlns:a16="http://schemas.microsoft.com/office/drawing/2014/main" id="{580F6FAC-2EE6-45D2-9AD6-34C1BC9E5C47}"/>
              </a:ext>
            </a:extLst>
          </p:cNvPr>
          <p:cNvGrpSpPr>
            <a:grpSpLocks/>
          </p:cNvGrpSpPr>
          <p:nvPr/>
        </p:nvGrpSpPr>
        <p:grpSpPr bwMode="auto">
          <a:xfrm>
            <a:off x="-6350" y="20638"/>
            <a:ext cx="9144000" cy="6858000"/>
            <a:chOff x="0" y="0"/>
            <a:chExt cx="5760" cy="4320"/>
          </a:xfrm>
        </p:grpSpPr>
        <p:sp>
          <p:nvSpPr>
            <p:cNvPr id="73731" name="Freeform 3">
              <a:extLst>
                <a:ext uri="{FF2B5EF4-FFF2-40B4-BE49-F238E27FC236}">
                  <a16:creationId xmlns:a16="http://schemas.microsoft.com/office/drawing/2014/main" id="{01CF955F-B546-4B38-BA09-2978F3192B13}"/>
                </a:ext>
              </a:extLst>
            </p:cNvPr>
            <p:cNvSpPr>
              <a:spLocks/>
            </p:cNvSpPr>
            <p:nvPr/>
          </p:nvSpPr>
          <p:spPr bwMode="hidden">
            <a:xfrm>
              <a:off x="0" y="3072"/>
              <a:ext cx="5760" cy="1248"/>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32" name="Freeform 4">
              <a:extLst>
                <a:ext uri="{FF2B5EF4-FFF2-40B4-BE49-F238E27FC236}">
                  <a16:creationId xmlns:a16="http://schemas.microsoft.com/office/drawing/2014/main" id="{F48772CC-F3E5-4582-818B-B7E9D4AEA358}"/>
                </a:ext>
              </a:extLst>
            </p:cNvPr>
            <p:cNvSpPr>
              <a:spLocks/>
            </p:cNvSpPr>
            <p:nvPr/>
          </p:nvSpPr>
          <p:spPr bwMode="hidden">
            <a:xfrm>
              <a:off x="0" y="0"/>
              <a:ext cx="5760" cy="3072"/>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amma/>
                    <a:shade val="46275"/>
                    <a:invGamma/>
                  </a:schemeClr>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73733" name="Freeform 5">
            <a:extLst>
              <a:ext uri="{FF2B5EF4-FFF2-40B4-BE49-F238E27FC236}">
                <a16:creationId xmlns:a16="http://schemas.microsoft.com/office/drawing/2014/main" id="{4F8E1740-9515-480E-8B53-68D45EA9B49A}"/>
              </a:ext>
            </a:extLst>
          </p:cNvPr>
          <p:cNvSpPr>
            <a:spLocks/>
          </p:cNvSpPr>
          <p:nvPr/>
        </p:nvSpPr>
        <p:spPr bwMode="hidden">
          <a:xfrm>
            <a:off x="6242050" y="6269038"/>
            <a:ext cx="2895600" cy="609600"/>
          </a:xfrm>
          <a:custGeom>
            <a:avLst/>
            <a:gdLst>
              <a:gd name="T0" fmla="*/ 5748 w 5748"/>
              <a:gd name="T1" fmla="*/ 246 h 246"/>
              <a:gd name="T2" fmla="*/ 0 w 5748"/>
              <a:gd name="T3" fmla="*/ 246 h 246"/>
              <a:gd name="T4" fmla="*/ 0 w 5748"/>
              <a:gd name="T5" fmla="*/ 0 h 246"/>
              <a:gd name="T6" fmla="*/ 5748 w 5748"/>
              <a:gd name="T7" fmla="*/ 0 h 246"/>
              <a:gd name="T8" fmla="*/ 5748 w 5748"/>
              <a:gd name="T9" fmla="*/ 246 h 246"/>
              <a:gd name="T10" fmla="*/ 5748 w 5748"/>
              <a:gd name="T11" fmla="*/ 246 h 246"/>
            </a:gdLst>
            <a:ahLst/>
            <a:cxnLst>
              <a:cxn ang="0">
                <a:pos x="T0" y="T1"/>
              </a:cxn>
              <a:cxn ang="0">
                <a:pos x="T2" y="T3"/>
              </a:cxn>
              <a:cxn ang="0">
                <a:pos x="T4" y="T5"/>
              </a:cxn>
              <a:cxn ang="0">
                <a:pos x="T6" y="T7"/>
              </a:cxn>
              <a:cxn ang="0">
                <a:pos x="T8" y="T9"/>
              </a:cxn>
              <a:cxn ang="0">
                <a:pos x="T10" y="T11"/>
              </a:cxn>
            </a:cxnLst>
            <a:rect l="0" t="0" r="r" b="b"/>
            <a:pathLst>
              <a:path w="5748" h="246">
                <a:moveTo>
                  <a:pt x="5748" y="246"/>
                </a:moveTo>
                <a:lnTo>
                  <a:pt x="0" y="246"/>
                </a:lnTo>
                <a:lnTo>
                  <a:pt x="0" y="0"/>
                </a:lnTo>
                <a:lnTo>
                  <a:pt x="5748" y="0"/>
                </a:lnTo>
                <a:lnTo>
                  <a:pt x="5748" y="246"/>
                </a:lnTo>
                <a:lnTo>
                  <a:pt x="5748" y="246"/>
                </a:lnTo>
                <a:close/>
              </a:path>
            </a:pathLst>
          </a:cu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73734" name="Group 6">
            <a:extLst>
              <a:ext uri="{FF2B5EF4-FFF2-40B4-BE49-F238E27FC236}">
                <a16:creationId xmlns:a16="http://schemas.microsoft.com/office/drawing/2014/main" id="{F389A393-F911-4313-89BB-35F5640B28CF}"/>
              </a:ext>
            </a:extLst>
          </p:cNvPr>
          <p:cNvGrpSpPr>
            <a:grpSpLocks/>
          </p:cNvGrpSpPr>
          <p:nvPr/>
        </p:nvGrpSpPr>
        <p:grpSpPr bwMode="auto">
          <a:xfrm>
            <a:off x="-1588" y="6034088"/>
            <a:ext cx="7845426" cy="850900"/>
            <a:chOff x="0" y="3792"/>
            <a:chExt cx="4942" cy="536"/>
          </a:xfrm>
        </p:grpSpPr>
        <p:sp>
          <p:nvSpPr>
            <p:cNvPr id="73735" name="Freeform 7">
              <a:extLst>
                <a:ext uri="{FF2B5EF4-FFF2-40B4-BE49-F238E27FC236}">
                  <a16:creationId xmlns:a16="http://schemas.microsoft.com/office/drawing/2014/main" id="{F9986B39-24D4-4A2E-B5F4-19C90D67C137}"/>
                </a:ext>
              </a:extLst>
            </p:cNvPr>
            <p:cNvSpPr>
              <a:spLocks/>
            </p:cNvSpPr>
            <p:nvPr userDrawn="1"/>
          </p:nvSpPr>
          <p:spPr bwMode="ltGray">
            <a:xfrm>
              <a:off x="1488" y="3792"/>
              <a:ext cx="3240" cy="536"/>
            </a:xfrm>
            <a:custGeom>
              <a:avLst/>
              <a:gdLst>
                <a:gd name="T0" fmla="*/ 3132 w 3240"/>
                <a:gd name="T1" fmla="*/ 469 h 536"/>
                <a:gd name="T2" fmla="*/ 2995 w 3240"/>
                <a:gd name="T3" fmla="*/ 395 h 536"/>
                <a:gd name="T4" fmla="*/ 2911 w 3240"/>
                <a:gd name="T5" fmla="*/ 375 h 536"/>
                <a:gd name="T6" fmla="*/ 2678 w 3240"/>
                <a:gd name="T7" fmla="*/ 228 h 536"/>
                <a:gd name="T8" fmla="*/ 2553 w 3240"/>
                <a:gd name="T9" fmla="*/ 74 h 536"/>
                <a:gd name="T10" fmla="*/ 2457 w 3240"/>
                <a:gd name="T11" fmla="*/ 7 h 536"/>
                <a:gd name="T12" fmla="*/ 2403 w 3240"/>
                <a:gd name="T13" fmla="*/ 47 h 536"/>
                <a:gd name="T14" fmla="*/ 2289 w 3240"/>
                <a:gd name="T15" fmla="*/ 74 h 536"/>
                <a:gd name="T16" fmla="*/ 2134 w 3240"/>
                <a:gd name="T17" fmla="*/ 74 h 536"/>
                <a:gd name="T18" fmla="*/ 2044 w 3240"/>
                <a:gd name="T19" fmla="*/ 128 h 536"/>
                <a:gd name="T20" fmla="*/ 1775 w 3240"/>
                <a:gd name="T21" fmla="*/ 222 h 536"/>
                <a:gd name="T22" fmla="*/ 1602 w 3240"/>
                <a:gd name="T23" fmla="*/ 181 h 536"/>
                <a:gd name="T24" fmla="*/ 1560 w 3240"/>
                <a:gd name="T25" fmla="*/ 101 h 536"/>
                <a:gd name="T26" fmla="*/ 1542 w 3240"/>
                <a:gd name="T27" fmla="*/ 87 h 536"/>
                <a:gd name="T28" fmla="*/ 1446 w 3240"/>
                <a:gd name="T29" fmla="*/ 60 h 536"/>
                <a:gd name="T30" fmla="*/ 1375 w 3240"/>
                <a:gd name="T31" fmla="*/ 74 h 536"/>
                <a:gd name="T32" fmla="*/ 1309 w 3240"/>
                <a:gd name="T33" fmla="*/ 87 h 536"/>
                <a:gd name="T34" fmla="*/ 1243 w 3240"/>
                <a:gd name="T35" fmla="*/ 13 h 536"/>
                <a:gd name="T36" fmla="*/ 1225 w 3240"/>
                <a:gd name="T37" fmla="*/ 0 h 536"/>
                <a:gd name="T38" fmla="*/ 1189 w 3240"/>
                <a:gd name="T39" fmla="*/ 0 h 536"/>
                <a:gd name="T40" fmla="*/ 1106 w 3240"/>
                <a:gd name="T41" fmla="*/ 34 h 536"/>
                <a:gd name="T42" fmla="*/ 1106 w 3240"/>
                <a:gd name="T43" fmla="*/ 34 h 536"/>
                <a:gd name="T44" fmla="*/ 1094 w 3240"/>
                <a:gd name="T45" fmla="*/ 40 h 536"/>
                <a:gd name="T46" fmla="*/ 1070 w 3240"/>
                <a:gd name="T47" fmla="*/ 54 h 536"/>
                <a:gd name="T48" fmla="*/ 1034 w 3240"/>
                <a:gd name="T49" fmla="*/ 74 h 536"/>
                <a:gd name="T50" fmla="*/ 1004 w 3240"/>
                <a:gd name="T51" fmla="*/ 74 h 536"/>
                <a:gd name="T52" fmla="*/ 986 w 3240"/>
                <a:gd name="T53" fmla="*/ 74 h 536"/>
                <a:gd name="T54" fmla="*/ 956 w 3240"/>
                <a:gd name="T55" fmla="*/ 81 h 536"/>
                <a:gd name="T56" fmla="*/ 920 w 3240"/>
                <a:gd name="T57" fmla="*/ 94 h 536"/>
                <a:gd name="T58" fmla="*/ 884 w 3240"/>
                <a:gd name="T59" fmla="*/ 107 h 536"/>
                <a:gd name="T60" fmla="*/ 843 w 3240"/>
                <a:gd name="T61" fmla="*/ 128 h 536"/>
                <a:gd name="T62" fmla="*/ 813 w 3240"/>
                <a:gd name="T63" fmla="*/ 141 h 536"/>
                <a:gd name="T64" fmla="*/ 789 w 3240"/>
                <a:gd name="T65" fmla="*/ 148 h 536"/>
                <a:gd name="T66" fmla="*/ 783 w 3240"/>
                <a:gd name="T67" fmla="*/ 154 h 536"/>
                <a:gd name="T68" fmla="*/ 556 w 3240"/>
                <a:gd name="T69" fmla="*/ 228 h 536"/>
                <a:gd name="T70" fmla="*/ 394 w 3240"/>
                <a:gd name="T71" fmla="*/ 294 h 536"/>
                <a:gd name="T72" fmla="*/ 107 w 3240"/>
                <a:gd name="T73" fmla="*/ 462 h 536"/>
                <a:gd name="T74" fmla="*/ 0 w 3240"/>
                <a:gd name="T75" fmla="*/ 536 h 536"/>
                <a:gd name="T76" fmla="*/ 3240 w 3240"/>
                <a:gd name="T77" fmla="*/ 536 h 536"/>
                <a:gd name="T78" fmla="*/ 3132 w 3240"/>
                <a:gd name="T79" fmla="*/ 469 h 536"/>
                <a:gd name="T80" fmla="*/ 3132 w 3240"/>
                <a:gd name="T81" fmla="*/ 469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40" h="536">
                  <a:moveTo>
                    <a:pt x="3132" y="469"/>
                  </a:moveTo>
                  <a:lnTo>
                    <a:pt x="2995" y="395"/>
                  </a:lnTo>
                  <a:lnTo>
                    <a:pt x="2911" y="375"/>
                  </a:lnTo>
                  <a:lnTo>
                    <a:pt x="2678" y="228"/>
                  </a:lnTo>
                  <a:lnTo>
                    <a:pt x="2553" y="74"/>
                  </a:lnTo>
                  <a:lnTo>
                    <a:pt x="2457" y="7"/>
                  </a:lnTo>
                  <a:lnTo>
                    <a:pt x="2403" y="47"/>
                  </a:lnTo>
                  <a:lnTo>
                    <a:pt x="2289" y="74"/>
                  </a:lnTo>
                  <a:lnTo>
                    <a:pt x="2134" y="74"/>
                  </a:lnTo>
                  <a:lnTo>
                    <a:pt x="2044" y="128"/>
                  </a:lnTo>
                  <a:lnTo>
                    <a:pt x="1775" y="222"/>
                  </a:lnTo>
                  <a:lnTo>
                    <a:pt x="1602" y="181"/>
                  </a:lnTo>
                  <a:lnTo>
                    <a:pt x="1560" y="101"/>
                  </a:lnTo>
                  <a:lnTo>
                    <a:pt x="1542" y="87"/>
                  </a:lnTo>
                  <a:lnTo>
                    <a:pt x="1446" y="60"/>
                  </a:lnTo>
                  <a:lnTo>
                    <a:pt x="1375" y="74"/>
                  </a:lnTo>
                  <a:lnTo>
                    <a:pt x="1309" y="87"/>
                  </a:lnTo>
                  <a:lnTo>
                    <a:pt x="1243" y="13"/>
                  </a:lnTo>
                  <a:lnTo>
                    <a:pt x="1225" y="0"/>
                  </a:lnTo>
                  <a:lnTo>
                    <a:pt x="1189" y="0"/>
                  </a:lnTo>
                  <a:lnTo>
                    <a:pt x="1106" y="34"/>
                  </a:lnTo>
                  <a:lnTo>
                    <a:pt x="1106" y="34"/>
                  </a:lnTo>
                  <a:lnTo>
                    <a:pt x="1094" y="40"/>
                  </a:lnTo>
                  <a:lnTo>
                    <a:pt x="1070" y="54"/>
                  </a:lnTo>
                  <a:lnTo>
                    <a:pt x="1034" y="74"/>
                  </a:lnTo>
                  <a:lnTo>
                    <a:pt x="1004" y="74"/>
                  </a:lnTo>
                  <a:lnTo>
                    <a:pt x="986" y="74"/>
                  </a:lnTo>
                  <a:lnTo>
                    <a:pt x="956" y="81"/>
                  </a:lnTo>
                  <a:lnTo>
                    <a:pt x="920" y="94"/>
                  </a:lnTo>
                  <a:lnTo>
                    <a:pt x="884" y="107"/>
                  </a:lnTo>
                  <a:lnTo>
                    <a:pt x="843" y="128"/>
                  </a:lnTo>
                  <a:lnTo>
                    <a:pt x="813" y="141"/>
                  </a:lnTo>
                  <a:lnTo>
                    <a:pt x="789" y="148"/>
                  </a:lnTo>
                  <a:lnTo>
                    <a:pt x="783" y="154"/>
                  </a:lnTo>
                  <a:lnTo>
                    <a:pt x="556" y="228"/>
                  </a:lnTo>
                  <a:lnTo>
                    <a:pt x="394" y="294"/>
                  </a:lnTo>
                  <a:lnTo>
                    <a:pt x="107" y="462"/>
                  </a:lnTo>
                  <a:lnTo>
                    <a:pt x="0" y="536"/>
                  </a:lnTo>
                  <a:lnTo>
                    <a:pt x="3240" y="536"/>
                  </a:lnTo>
                  <a:lnTo>
                    <a:pt x="3132" y="469"/>
                  </a:lnTo>
                  <a:lnTo>
                    <a:pt x="3132" y="469"/>
                  </a:lnTo>
                  <a:close/>
                </a:path>
              </a:pathLst>
            </a:custGeom>
            <a:gradFill rotWithShape="0">
              <a:gsLst>
                <a:gs pos="0">
                  <a:schemeClr val="bg2">
                    <a:gamma/>
                    <a:tint val="66667"/>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73736" name="Group 8">
              <a:extLst>
                <a:ext uri="{FF2B5EF4-FFF2-40B4-BE49-F238E27FC236}">
                  <a16:creationId xmlns:a16="http://schemas.microsoft.com/office/drawing/2014/main" id="{1956C174-BE7C-4D58-B7FE-83AA153EBFCF}"/>
                </a:ext>
              </a:extLst>
            </p:cNvPr>
            <p:cNvGrpSpPr>
              <a:grpSpLocks/>
            </p:cNvGrpSpPr>
            <p:nvPr userDrawn="1"/>
          </p:nvGrpSpPr>
          <p:grpSpPr bwMode="auto">
            <a:xfrm>
              <a:off x="2486" y="3792"/>
              <a:ext cx="2456" cy="536"/>
              <a:chOff x="2486" y="3792"/>
              <a:chExt cx="2456" cy="536"/>
            </a:xfrm>
          </p:grpSpPr>
          <p:sp>
            <p:nvSpPr>
              <p:cNvPr id="73737" name="Freeform 9">
                <a:extLst>
                  <a:ext uri="{FF2B5EF4-FFF2-40B4-BE49-F238E27FC236}">
                    <a16:creationId xmlns:a16="http://schemas.microsoft.com/office/drawing/2014/main" id="{62F17DC8-6BAC-48EA-849E-228758F4C437}"/>
                  </a:ext>
                </a:extLst>
              </p:cNvPr>
              <p:cNvSpPr>
                <a:spLocks/>
              </p:cNvSpPr>
              <p:nvPr userDrawn="1"/>
            </p:nvSpPr>
            <p:spPr bwMode="ltGray">
              <a:xfrm>
                <a:off x="3948" y="3799"/>
                <a:ext cx="994" cy="529"/>
              </a:xfrm>
              <a:custGeom>
                <a:avLst/>
                <a:gdLst>
                  <a:gd name="T0" fmla="*/ 636 w 994"/>
                  <a:gd name="T1" fmla="*/ 373 h 529"/>
                  <a:gd name="T2" fmla="*/ 495 w 994"/>
                  <a:gd name="T3" fmla="*/ 370 h 529"/>
                  <a:gd name="T4" fmla="*/ 280 w 994"/>
                  <a:gd name="T5" fmla="*/ 249 h 529"/>
                  <a:gd name="T6" fmla="*/ 127 w 994"/>
                  <a:gd name="T7" fmla="*/ 66 h 529"/>
                  <a:gd name="T8" fmla="*/ 0 w 994"/>
                  <a:gd name="T9" fmla="*/ 0 h 529"/>
                  <a:gd name="T10" fmla="*/ 22 w 994"/>
                  <a:gd name="T11" fmla="*/ 26 h 529"/>
                  <a:gd name="T12" fmla="*/ 0 w 994"/>
                  <a:gd name="T13" fmla="*/ 65 h 529"/>
                  <a:gd name="T14" fmla="*/ 30 w 994"/>
                  <a:gd name="T15" fmla="*/ 119 h 529"/>
                  <a:gd name="T16" fmla="*/ 75 w 994"/>
                  <a:gd name="T17" fmla="*/ 243 h 529"/>
                  <a:gd name="T18" fmla="*/ 45 w 994"/>
                  <a:gd name="T19" fmla="*/ 422 h 529"/>
                  <a:gd name="T20" fmla="*/ 200 w 994"/>
                  <a:gd name="T21" fmla="*/ 329 h 529"/>
                  <a:gd name="T22" fmla="*/ 592 w 994"/>
                  <a:gd name="T23" fmla="*/ 527 h 529"/>
                  <a:gd name="T24" fmla="*/ 994 w 994"/>
                  <a:gd name="T25" fmla="*/ 529 h 529"/>
                  <a:gd name="T26" fmla="*/ 828 w 994"/>
                  <a:gd name="T27" fmla="*/ 473 h 529"/>
                  <a:gd name="T28" fmla="*/ 636 w 994"/>
                  <a:gd name="T29" fmla="*/ 373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4" h="529">
                    <a:moveTo>
                      <a:pt x="636" y="373"/>
                    </a:moveTo>
                    <a:lnTo>
                      <a:pt x="495" y="370"/>
                    </a:lnTo>
                    <a:lnTo>
                      <a:pt x="280" y="249"/>
                    </a:lnTo>
                    <a:lnTo>
                      <a:pt x="127" y="66"/>
                    </a:lnTo>
                    <a:lnTo>
                      <a:pt x="0" y="0"/>
                    </a:lnTo>
                    <a:lnTo>
                      <a:pt x="22" y="26"/>
                    </a:lnTo>
                    <a:lnTo>
                      <a:pt x="0" y="65"/>
                    </a:lnTo>
                    <a:lnTo>
                      <a:pt x="30" y="119"/>
                    </a:lnTo>
                    <a:lnTo>
                      <a:pt x="75" y="243"/>
                    </a:lnTo>
                    <a:lnTo>
                      <a:pt x="45" y="422"/>
                    </a:lnTo>
                    <a:lnTo>
                      <a:pt x="200" y="329"/>
                    </a:lnTo>
                    <a:lnTo>
                      <a:pt x="592" y="527"/>
                    </a:lnTo>
                    <a:lnTo>
                      <a:pt x="994" y="529"/>
                    </a:lnTo>
                    <a:lnTo>
                      <a:pt x="828" y="473"/>
                    </a:lnTo>
                    <a:lnTo>
                      <a:pt x="636" y="373"/>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38" name="Freeform 10">
                <a:extLst>
                  <a:ext uri="{FF2B5EF4-FFF2-40B4-BE49-F238E27FC236}">
                    <a16:creationId xmlns:a16="http://schemas.microsoft.com/office/drawing/2014/main" id="{5949BD0A-8232-4C5B-AE73-6A7334D2EAF1}"/>
                  </a:ext>
                </a:extLst>
              </p:cNvPr>
              <p:cNvSpPr>
                <a:spLocks/>
              </p:cNvSpPr>
              <p:nvPr userDrawn="1"/>
            </p:nvSpPr>
            <p:spPr bwMode="ltGray">
              <a:xfrm>
                <a:off x="2677" y="3792"/>
                <a:ext cx="186" cy="395"/>
              </a:xfrm>
              <a:custGeom>
                <a:avLst/>
                <a:gdLst>
                  <a:gd name="T0" fmla="*/ 36 w 186"/>
                  <a:gd name="T1" fmla="*/ 0 h 353"/>
                  <a:gd name="T2" fmla="*/ 54 w 186"/>
                  <a:gd name="T3" fmla="*/ 18 h 353"/>
                  <a:gd name="T4" fmla="*/ 24 w 186"/>
                  <a:gd name="T5" fmla="*/ 30 h 353"/>
                  <a:gd name="T6" fmla="*/ 18 w 186"/>
                  <a:gd name="T7" fmla="*/ 66 h 353"/>
                  <a:gd name="T8" fmla="*/ 42 w 186"/>
                  <a:gd name="T9" fmla="*/ 114 h 353"/>
                  <a:gd name="T10" fmla="*/ 48 w 186"/>
                  <a:gd name="T11" fmla="*/ 162 h 353"/>
                  <a:gd name="T12" fmla="*/ 0 w 186"/>
                  <a:gd name="T13" fmla="*/ 353 h 353"/>
                  <a:gd name="T14" fmla="*/ 54 w 186"/>
                  <a:gd name="T15" fmla="*/ 233 h 353"/>
                  <a:gd name="T16" fmla="*/ 84 w 186"/>
                  <a:gd name="T17" fmla="*/ 216 h 353"/>
                  <a:gd name="T18" fmla="*/ 126 w 186"/>
                  <a:gd name="T19" fmla="*/ 126 h 353"/>
                  <a:gd name="T20" fmla="*/ 144 w 186"/>
                  <a:gd name="T21" fmla="*/ 120 h 353"/>
                  <a:gd name="T22" fmla="*/ 144 w 186"/>
                  <a:gd name="T23" fmla="*/ 90 h 353"/>
                  <a:gd name="T24" fmla="*/ 186 w 186"/>
                  <a:gd name="T25" fmla="*/ 66 h 353"/>
                  <a:gd name="T26" fmla="*/ 162 w 186"/>
                  <a:gd name="T27" fmla="*/ 60 h 353"/>
                  <a:gd name="T28" fmla="*/ 36 w 186"/>
                  <a:gd name="T29" fmla="*/ 0 h 353"/>
                  <a:gd name="T30" fmla="*/ 36 w 186"/>
                  <a:gd name="T31"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6" h="353">
                    <a:moveTo>
                      <a:pt x="36" y="0"/>
                    </a:moveTo>
                    <a:lnTo>
                      <a:pt x="54" y="18"/>
                    </a:lnTo>
                    <a:lnTo>
                      <a:pt x="24" y="30"/>
                    </a:lnTo>
                    <a:lnTo>
                      <a:pt x="18" y="66"/>
                    </a:lnTo>
                    <a:lnTo>
                      <a:pt x="42" y="114"/>
                    </a:lnTo>
                    <a:lnTo>
                      <a:pt x="48" y="162"/>
                    </a:lnTo>
                    <a:lnTo>
                      <a:pt x="0" y="353"/>
                    </a:lnTo>
                    <a:lnTo>
                      <a:pt x="54" y="233"/>
                    </a:lnTo>
                    <a:lnTo>
                      <a:pt x="84" y="216"/>
                    </a:lnTo>
                    <a:lnTo>
                      <a:pt x="126" y="126"/>
                    </a:lnTo>
                    <a:lnTo>
                      <a:pt x="144" y="120"/>
                    </a:lnTo>
                    <a:lnTo>
                      <a:pt x="144" y="90"/>
                    </a:lnTo>
                    <a:lnTo>
                      <a:pt x="186" y="66"/>
                    </a:lnTo>
                    <a:lnTo>
                      <a:pt x="162" y="60"/>
                    </a:lnTo>
                    <a:lnTo>
                      <a:pt x="36" y="0"/>
                    </a:lnTo>
                    <a:lnTo>
                      <a:pt x="3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39" name="Freeform 11">
                <a:extLst>
                  <a:ext uri="{FF2B5EF4-FFF2-40B4-BE49-F238E27FC236}">
                    <a16:creationId xmlns:a16="http://schemas.microsoft.com/office/drawing/2014/main" id="{712EAAF0-E645-4EC7-B0CE-9CDBE0DBE234}"/>
                  </a:ext>
                </a:extLst>
              </p:cNvPr>
              <p:cNvSpPr>
                <a:spLocks/>
              </p:cNvSpPr>
              <p:nvPr userDrawn="1"/>
            </p:nvSpPr>
            <p:spPr bwMode="ltGray">
              <a:xfrm>
                <a:off x="3030" y="3893"/>
                <a:ext cx="378" cy="271"/>
              </a:xfrm>
              <a:custGeom>
                <a:avLst/>
                <a:gdLst>
                  <a:gd name="T0" fmla="*/ 18 w 378"/>
                  <a:gd name="T1" fmla="*/ 0 h 271"/>
                  <a:gd name="T2" fmla="*/ 12 w 378"/>
                  <a:gd name="T3" fmla="*/ 13 h 271"/>
                  <a:gd name="T4" fmla="*/ 0 w 378"/>
                  <a:gd name="T5" fmla="*/ 40 h 271"/>
                  <a:gd name="T6" fmla="*/ 60 w 378"/>
                  <a:gd name="T7" fmla="*/ 121 h 271"/>
                  <a:gd name="T8" fmla="*/ 310 w 378"/>
                  <a:gd name="T9" fmla="*/ 271 h 271"/>
                  <a:gd name="T10" fmla="*/ 290 w 378"/>
                  <a:gd name="T11" fmla="*/ 139 h 271"/>
                  <a:gd name="T12" fmla="*/ 378 w 378"/>
                  <a:gd name="T13" fmla="*/ 76 h 271"/>
                  <a:gd name="T14" fmla="*/ 251 w 378"/>
                  <a:gd name="T15" fmla="*/ 94 h 271"/>
                  <a:gd name="T16" fmla="*/ 90 w 378"/>
                  <a:gd name="T17" fmla="*/ 54 h 271"/>
                  <a:gd name="T18" fmla="*/ 18 w 378"/>
                  <a:gd name="T19" fmla="*/ 0 h 271"/>
                  <a:gd name="T20" fmla="*/ 18 w 378"/>
                  <a:gd name="T21"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8" h="271">
                    <a:moveTo>
                      <a:pt x="18" y="0"/>
                    </a:moveTo>
                    <a:lnTo>
                      <a:pt x="12" y="13"/>
                    </a:lnTo>
                    <a:lnTo>
                      <a:pt x="0" y="40"/>
                    </a:lnTo>
                    <a:lnTo>
                      <a:pt x="60" y="121"/>
                    </a:lnTo>
                    <a:lnTo>
                      <a:pt x="310" y="271"/>
                    </a:lnTo>
                    <a:lnTo>
                      <a:pt x="290" y="139"/>
                    </a:lnTo>
                    <a:lnTo>
                      <a:pt x="378" y="76"/>
                    </a:lnTo>
                    <a:lnTo>
                      <a:pt x="251" y="94"/>
                    </a:lnTo>
                    <a:lnTo>
                      <a:pt x="90" y="54"/>
                    </a:lnTo>
                    <a:lnTo>
                      <a:pt x="18" y="0"/>
                    </a:lnTo>
                    <a:lnTo>
                      <a:pt x="18"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40" name="Freeform 12">
                <a:extLst>
                  <a:ext uri="{FF2B5EF4-FFF2-40B4-BE49-F238E27FC236}">
                    <a16:creationId xmlns:a16="http://schemas.microsoft.com/office/drawing/2014/main" id="{811F481C-4E4E-4DFB-8425-54AB0A9DFABA}"/>
                  </a:ext>
                </a:extLst>
              </p:cNvPr>
              <p:cNvSpPr>
                <a:spLocks/>
              </p:cNvSpPr>
              <p:nvPr userDrawn="1"/>
            </p:nvSpPr>
            <p:spPr bwMode="ltGray">
              <a:xfrm>
                <a:off x="3628" y="3866"/>
                <a:ext cx="155" cy="74"/>
              </a:xfrm>
              <a:custGeom>
                <a:avLst/>
                <a:gdLst>
                  <a:gd name="T0" fmla="*/ 114 w 155"/>
                  <a:gd name="T1" fmla="*/ 0 h 66"/>
                  <a:gd name="T2" fmla="*/ 0 w 155"/>
                  <a:gd name="T3" fmla="*/ 0 h 66"/>
                  <a:gd name="T4" fmla="*/ 0 w 155"/>
                  <a:gd name="T5" fmla="*/ 0 h 66"/>
                  <a:gd name="T6" fmla="*/ 6 w 155"/>
                  <a:gd name="T7" fmla="*/ 6 h 66"/>
                  <a:gd name="T8" fmla="*/ 6 w 155"/>
                  <a:gd name="T9" fmla="*/ 18 h 66"/>
                  <a:gd name="T10" fmla="*/ 0 w 155"/>
                  <a:gd name="T11" fmla="*/ 24 h 66"/>
                  <a:gd name="T12" fmla="*/ 78 w 155"/>
                  <a:gd name="T13" fmla="*/ 60 h 66"/>
                  <a:gd name="T14" fmla="*/ 96 w 155"/>
                  <a:gd name="T15" fmla="*/ 42 h 66"/>
                  <a:gd name="T16" fmla="*/ 155 w 155"/>
                  <a:gd name="T17" fmla="*/ 66 h 66"/>
                  <a:gd name="T18" fmla="*/ 126 w 155"/>
                  <a:gd name="T19" fmla="*/ 24 h 66"/>
                  <a:gd name="T20" fmla="*/ 149 w 155"/>
                  <a:gd name="T21" fmla="*/ 0 h 66"/>
                  <a:gd name="T22" fmla="*/ 114 w 155"/>
                  <a:gd name="T23" fmla="*/ 0 h 66"/>
                  <a:gd name="T24" fmla="*/ 114 w 155"/>
                  <a:gd name="T25"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5" h="66">
                    <a:moveTo>
                      <a:pt x="114" y="0"/>
                    </a:moveTo>
                    <a:lnTo>
                      <a:pt x="0" y="0"/>
                    </a:lnTo>
                    <a:lnTo>
                      <a:pt x="0" y="0"/>
                    </a:lnTo>
                    <a:lnTo>
                      <a:pt x="6" y="6"/>
                    </a:lnTo>
                    <a:lnTo>
                      <a:pt x="6" y="18"/>
                    </a:lnTo>
                    <a:lnTo>
                      <a:pt x="0" y="24"/>
                    </a:lnTo>
                    <a:lnTo>
                      <a:pt x="78" y="60"/>
                    </a:lnTo>
                    <a:lnTo>
                      <a:pt x="96" y="42"/>
                    </a:lnTo>
                    <a:lnTo>
                      <a:pt x="155" y="66"/>
                    </a:lnTo>
                    <a:lnTo>
                      <a:pt x="126" y="24"/>
                    </a:lnTo>
                    <a:lnTo>
                      <a:pt x="149" y="0"/>
                    </a:lnTo>
                    <a:lnTo>
                      <a:pt x="114" y="0"/>
                    </a:lnTo>
                    <a:lnTo>
                      <a:pt x="11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41" name="Freeform 13">
                <a:extLst>
                  <a:ext uri="{FF2B5EF4-FFF2-40B4-BE49-F238E27FC236}">
                    <a16:creationId xmlns:a16="http://schemas.microsoft.com/office/drawing/2014/main" id="{D3E1BC4F-9462-4461-9D46-DD97A2526C6F}"/>
                  </a:ext>
                </a:extLst>
              </p:cNvPr>
              <p:cNvSpPr>
                <a:spLocks/>
              </p:cNvSpPr>
              <p:nvPr userDrawn="1"/>
            </p:nvSpPr>
            <p:spPr bwMode="ltGray">
              <a:xfrm>
                <a:off x="2486" y="3859"/>
                <a:ext cx="42" cy="81"/>
              </a:xfrm>
              <a:custGeom>
                <a:avLst/>
                <a:gdLst>
                  <a:gd name="T0" fmla="*/ 6 w 42"/>
                  <a:gd name="T1" fmla="*/ 36 h 72"/>
                  <a:gd name="T2" fmla="*/ 0 w 42"/>
                  <a:gd name="T3" fmla="*/ 18 h 72"/>
                  <a:gd name="T4" fmla="*/ 12 w 42"/>
                  <a:gd name="T5" fmla="*/ 6 h 72"/>
                  <a:gd name="T6" fmla="*/ 0 w 42"/>
                  <a:gd name="T7" fmla="*/ 6 h 72"/>
                  <a:gd name="T8" fmla="*/ 12 w 42"/>
                  <a:gd name="T9" fmla="*/ 6 h 72"/>
                  <a:gd name="T10" fmla="*/ 24 w 42"/>
                  <a:gd name="T11" fmla="*/ 6 h 72"/>
                  <a:gd name="T12" fmla="*/ 36 w 42"/>
                  <a:gd name="T13" fmla="*/ 6 h 72"/>
                  <a:gd name="T14" fmla="*/ 42 w 42"/>
                  <a:gd name="T15" fmla="*/ 0 h 72"/>
                  <a:gd name="T16" fmla="*/ 30 w 42"/>
                  <a:gd name="T17" fmla="*/ 18 h 72"/>
                  <a:gd name="T18" fmla="*/ 42 w 42"/>
                  <a:gd name="T19" fmla="*/ 48 h 72"/>
                  <a:gd name="T20" fmla="*/ 12 w 42"/>
                  <a:gd name="T21" fmla="*/ 72 h 72"/>
                  <a:gd name="T22" fmla="*/ 6 w 42"/>
                  <a:gd name="T23" fmla="*/ 36 h 72"/>
                  <a:gd name="T24" fmla="*/ 6 w 42"/>
                  <a:gd name="T25" fmla="*/ 3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72">
                    <a:moveTo>
                      <a:pt x="6" y="36"/>
                    </a:moveTo>
                    <a:lnTo>
                      <a:pt x="0" y="18"/>
                    </a:lnTo>
                    <a:lnTo>
                      <a:pt x="12" y="6"/>
                    </a:lnTo>
                    <a:lnTo>
                      <a:pt x="0" y="6"/>
                    </a:lnTo>
                    <a:lnTo>
                      <a:pt x="12" y="6"/>
                    </a:lnTo>
                    <a:lnTo>
                      <a:pt x="24" y="6"/>
                    </a:lnTo>
                    <a:lnTo>
                      <a:pt x="36" y="6"/>
                    </a:lnTo>
                    <a:lnTo>
                      <a:pt x="42" y="0"/>
                    </a:lnTo>
                    <a:lnTo>
                      <a:pt x="30" y="18"/>
                    </a:lnTo>
                    <a:lnTo>
                      <a:pt x="42" y="48"/>
                    </a:lnTo>
                    <a:lnTo>
                      <a:pt x="12" y="72"/>
                    </a:lnTo>
                    <a:lnTo>
                      <a:pt x="6" y="36"/>
                    </a:lnTo>
                    <a:lnTo>
                      <a:pt x="6"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73742" name="Freeform 14">
              <a:extLst>
                <a:ext uri="{FF2B5EF4-FFF2-40B4-BE49-F238E27FC236}">
                  <a16:creationId xmlns:a16="http://schemas.microsoft.com/office/drawing/2014/main" id="{1BB41B6F-8CB2-4DC7-9F67-F64E770A86A6}"/>
                </a:ext>
              </a:extLst>
            </p:cNvPr>
            <p:cNvSpPr>
              <a:spLocks/>
            </p:cNvSpPr>
            <p:nvPr userDrawn="1"/>
          </p:nvSpPr>
          <p:spPr bwMode="ltGray">
            <a:xfrm>
              <a:off x="0" y="3792"/>
              <a:ext cx="3976" cy="535"/>
            </a:xfrm>
            <a:custGeom>
              <a:avLst/>
              <a:gdLst>
                <a:gd name="T0" fmla="*/ 3976 w 3976"/>
                <a:gd name="T1" fmla="*/ 527 h 527"/>
                <a:gd name="T2" fmla="*/ 3970 w 3976"/>
                <a:gd name="T3" fmla="*/ 527 h 527"/>
                <a:gd name="T4" fmla="*/ 3844 w 3976"/>
                <a:gd name="T5" fmla="*/ 509 h 527"/>
                <a:gd name="T6" fmla="*/ 2487 w 3976"/>
                <a:gd name="T7" fmla="*/ 305 h 527"/>
                <a:gd name="T8" fmla="*/ 2039 w 3976"/>
                <a:gd name="T9" fmla="*/ 36 h 527"/>
                <a:gd name="T10" fmla="*/ 1907 w 3976"/>
                <a:gd name="T11" fmla="*/ 24 h 527"/>
                <a:gd name="T12" fmla="*/ 1883 w 3976"/>
                <a:gd name="T13" fmla="*/ 54 h 527"/>
                <a:gd name="T14" fmla="*/ 1859 w 3976"/>
                <a:gd name="T15" fmla="*/ 54 h 527"/>
                <a:gd name="T16" fmla="*/ 1830 w 3976"/>
                <a:gd name="T17" fmla="*/ 30 h 527"/>
                <a:gd name="T18" fmla="*/ 1704 w 3976"/>
                <a:gd name="T19" fmla="*/ 102 h 527"/>
                <a:gd name="T20" fmla="*/ 1608 w 3976"/>
                <a:gd name="T21" fmla="*/ 126 h 527"/>
                <a:gd name="T22" fmla="*/ 1561 w 3976"/>
                <a:gd name="T23" fmla="*/ 132 h 527"/>
                <a:gd name="T24" fmla="*/ 1495 w 3976"/>
                <a:gd name="T25" fmla="*/ 102 h 527"/>
                <a:gd name="T26" fmla="*/ 1357 w 3976"/>
                <a:gd name="T27" fmla="*/ 126 h 527"/>
                <a:gd name="T28" fmla="*/ 1285 w 3976"/>
                <a:gd name="T29" fmla="*/ 24 h 527"/>
                <a:gd name="T30" fmla="*/ 1280 w 3976"/>
                <a:gd name="T31" fmla="*/ 18 h 527"/>
                <a:gd name="T32" fmla="*/ 1262 w 3976"/>
                <a:gd name="T33" fmla="*/ 12 h 527"/>
                <a:gd name="T34" fmla="*/ 1238 w 3976"/>
                <a:gd name="T35" fmla="*/ 6 h 527"/>
                <a:gd name="T36" fmla="*/ 1220 w 3976"/>
                <a:gd name="T37" fmla="*/ 0 h 527"/>
                <a:gd name="T38" fmla="*/ 1196 w 3976"/>
                <a:gd name="T39" fmla="*/ 0 h 527"/>
                <a:gd name="T40" fmla="*/ 1166 w 3976"/>
                <a:gd name="T41" fmla="*/ 0 h 527"/>
                <a:gd name="T42" fmla="*/ 1142 w 3976"/>
                <a:gd name="T43" fmla="*/ 0 h 527"/>
                <a:gd name="T44" fmla="*/ 1136 w 3976"/>
                <a:gd name="T45" fmla="*/ 0 h 527"/>
                <a:gd name="T46" fmla="*/ 1130 w 3976"/>
                <a:gd name="T47" fmla="*/ 0 h 527"/>
                <a:gd name="T48" fmla="*/ 1124 w 3976"/>
                <a:gd name="T49" fmla="*/ 6 h 527"/>
                <a:gd name="T50" fmla="*/ 1118 w 3976"/>
                <a:gd name="T51" fmla="*/ 12 h 527"/>
                <a:gd name="T52" fmla="*/ 1100 w 3976"/>
                <a:gd name="T53" fmla="*/ 18 h 527"/>
                <a:gd name="T54" fmla="*/ 1088 w 3976"/>
                <a:gd name="T55" fmla="*/ 18 h 527"/>
                <a:gd name="T56" fmla="*/ 1070 w 3976"/>
                <a:gd name="T57" fmla="*/ 24 h 527"/>
                <a:gd name="T58" fmla="*/ 1052 w 3976"/>
                <a:gd name="T59" fmla="*/ 30 h 527"/>
                <a:gd name="T60" fmla="*/ 1034 w 3976"/>
                <a:gd name="T61" fmla="*/ 36 h 527"/>
                <a:gd name="T62" fmla="*/ 1028 w 3976"/>
                <a:gd name="T63" fmla="*/ 42 h 527"/>
                <a:gd name="T64" fmla="*/ 969 w 3976"/>
                <a:gd name="T65" fmla="*/ 60 h 527"/>
                <a:gd name="T66" fmla="*/ 921 w 3976"/>
                <a:gd name="T67" fmla="*/ 72 h 527"/>
                <a:gd name="T68" fmla="*/ 855 w 3976"/>
                <a:gd name="T69" fmla="*/ 48 h 527"/>
                <a:gd name="T70" fmla="*/ 825 w 3976"/>
                <a:gd name="T71" fmla="*/ 48 h 527"/>
                <a:gd name="T72" fmla="*/ 759 w 3976"/>
                <a:gd name="T73" fmla="*/ 72 h 527"/>
                <a:gd name="T74" fmla="*/ 735 w 3976"/>
                <a:gd name="T75" fmla="*/ 72 h 527"/>
                <a:gd name="T76" fmla="*/ 706 w 3976"/>
                <a:gd name="T77" fmla="*/ 60 h 527"/>
                <a:gd name="T78" fmla="*/ 640 w 3976"/>
                <a:gd name="T79" fmla="*/ 60 h 527"/>
                <a:gd name="T80" fmla="*/ 544 w 3976"/>
                <a:gd name="T81" fmla="*/ 72 h 527"/>
                <a:gd name="T82" fmla="*/ 389 w 3976"/>
                <a:gd name="T83" fmla="*/ 18 h 527"/>
                <a:gd name="T84" fmla="*/ 323 w 3976"/>
                <a:gd name="T85" fmla="*/ 60 h 527"/>
                <a:gd name="T86" fmla="*/ 317 w 3976"/>
                <a:gd name="T87" fmla="*/ 60 h 527"/>
                <a:gd name="T88" fmla="*/ 305 w 3976"/>
                <a:gd name="T89" fmla="*/ 72 h 527"/>
                <a:gd name="T90" fmla="*/ 287 w 3976"/>
                <a:gd name="T91" fmla="*/ 78 h 527"/>
                <a:gd name="T92" fmla="*/ 263 w 3976"/>
                <a:gd name="T93" fmla="*/ 90 h 527"/>
                <a:gd name="T94" fmla="*/ 203 w 3976"/>
                <a:gd name="T95" fmla="*/ 120 h 527"/>
                <a:gd name="T96" fmla="*/ 149 w 3976"/>
                <a:gd name="T97" fmla="*/ 150 h 527"/>
                <a:gd name="T98" fmla="*/ 78 w 3976"/>
                <a:gd name="T99" fmla="*/ 168 h 527"/>
                <a:gd name="T100" fmla="*/ 0 w 3976"/>
                <a:gd name="T101" fmla="*/ 180 h 527"/>
                <a:gd name="T102" fmla="*/ 0 w 3976"/>
                <a:gd name="T103" fmla="*/ 527 h 527"/>
                <a:gd name="T104" fmla="*/ 1010 w 3976"/>
                <a:gd name="T105" fmla="*/ 527 h 527"/>
                <a:gd name="T106" fmla="*/ 3725 w 3976"/>
                <a:gd name="T107" fmla="*/ 527 h 527"/>
                <a:gd name="T108" fmla="*/ 3976 w 3976"/>
                <a:gd name="T109" fmla="*/ 527 h 527"/>
                <a:gd name="T110" fmla="*/ 3976 w 3976"/>
                <a:gd name="T111" fmla="*/ 527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76" h="527">
                  <a:moveTo>
                    <a:pt x="3976" y="527"/>
                  </a:moveTo>
                  <a:lnTo>
                    <a:pt x="3970" y="527"/>
                  </a:lnTo>
                  <a:lnTo>
                    <a:pt x="3844" y="509"/>
                  </a:lnTo>
                  <a:lnTo>
                    <a:pt x="2487" y="305"/>
                  </a:lnTo>
                  <a:lnTo>
                    <a:pt x="2039" y="36"/>
                  </a:lnTo>
                  <a:lnTo>
                    <a:pt x="1907" y="24"/>
                  </a:lnTo>
                  <a:lnTo>
                    <a:pt x="1883" y="54"/>
                  </a:lnTo>
                  <a:lnTo>
                    <a:pt x="1859" y="54"/>
                  </a:lnTo>
                  <a:lnTo>
                    <a:pt x="1830" y="30"/>
                  </a:lnTo>
                  <a:lnTo>
                    <a:pt x="1704" y="102"/>
                  </a:lnTo>
                  <a:lnTo>
                    <a:pt x="1608" y="126"/>
                  </a:lnTo>
                  <a:lnTo>
                    <a:pt x="1561" y="132"/>
                  </a:lnTo>
                  <a:lnTo>
                    <a:pt x="1495" y="102"/>
                  </a:lnTo>
                  <a:lnTo>
                    <a:pt x="1357" y="126"/>
                  </a:lnTo>
                  <a:lnTo>
                    <a:pt x="1285" y="24"/>
                  </a:lnTo>
                  <a:lnTo>
                    <a:pt x="1280" y="18"/>
                  </a:lnTo>
                  <a:lnTo>
                    <a:pt x="1262" y="12"/>
                  </a:lnTo>
                  <a:lnTo>
                    <a:pt x="1238" y="6"/>
                  </a:lnTo>
                  <a:lnTo>
                    <a:pt x="1220" y="0"/>
                  </a:lnTo>
                  <a:lnTo>
                    <a:pt x="1196" y="0"/>
                  </a:lnTo>
                  <a:lnTo>
                    <a:pt x="1166" y="0"/>
                  </a:lnTo>
                  <a:lnTo>
                    <a:pt x="1142" y="0"/>
                  </a:lnTo>
                  <a:lnTo>
                    <a:pt x="1136" y="0"/>
                  </a:lnTo>
                  <a:lnTo>
                    <a:pt x="1130" y="0"/>
                  </a:lnTo>
                  <a:lnTo>
                    <a:pt x="1124" y="6"/>
                  </a:lnTo>
                  <a:lnTo>
                    <a:pt x="1118" y="12"/>
                  </a:lnTo>
                  <a:lnTo>
                    <a:pt x="1100" y="18"/>
                  </a:lnTo>
                  <a:lnTo>
                    <a:pt x="1088" y="18"/>
                  </a:lnTo>
                  <a:lnTo>
                    <a:pt x="1070" y="24"/>
                  </a:lnTo>
                  <a:lnTo>
                    <a:pt x="1052" y="30"/>
                  </a:lnTo>
                  <a:lnTo>
                    <a:pt x="1034" y="36"/>
                  </a:lnTo>
                  <a:lnTo>
                    <a:pt x="1028" y="42"/>
                  </a:lnTo>
                  <a:lnTo>
                    <a:pt x="969" y="60"/>
                  </a:lnTo>
                  <a:lnTo>
                    <a:pt x="921" y="72"/>
                  </a:lnTo>
                  <a:lnTo>
                    <a:pt x="855" y="48"/>
                  </a:lnTo>
                  <a:lnTo>
                    <a:pt x="825" y="48"/>
                  </a:lnTo>
                  <a:lnTo>
                    <a:pt x="759" y="72"/>
                  </a:lnTo>
                  <a:lnTo>
                    <a:pt x="735" y="72"/>
                  </a:lnTo>
                  <a:lnTo>
                    <a:pt x="706" y="60"/>
                  </a:lnTo>
                  <a:lnTo>
                    <a:pt x="640" y="60"/>
                  </a:lnTo>
                  <a:lnTo>
                    <a:pt x="544" y="72"/>
                  </a:lnTo>
                  <a:lnTo>
                    <a:pt x="389" y="18"/>
                  </a:lnTo>
                  <a:lnTo>
                    <a:pt x="323" y="60"/>
                  </a:lnTo>
                  <a:lnTo>
                    <a:pt x="317" y="60"/>
                  </a:lnTo>
                  <a:lnTo>
                    <a:pt x="305" y="72"/>
                  </a:lnTo>
                  <a:lnTo>
                    <a:pt x="287" y="78"/>
                  </a:lnTo>
                  <a:lnTo>
                    <a:pt x="263" y="90"/>
                  </a:lnTo>
                  <a:lnTo>
                    <a:pt x="203" y="120"/>
                  </a:lnTo>
                  <a:lnTo>
                    <a:pt x="149" y="150"/>
                  </a:lnTo>
                  <a:lnTo>
                    <a:pt x="78" y="168"/>
                  </a:lnTo>
                  <a:lnTo>
                    <a:pt x="0" y="180"/>
                  </a:lnTo>
                  <a:lnTo>
                    <a:pt x="0" y="527"/>
                  </a:lnTo>
                  <a:lnTo>
                    <a:pt x="1010" y="527"/>
                  </a:lnTo>
                  <a:lnTo>
                    <a:pt x="3725" y="527"/>
                  </a:lnTo>
                  <a:lnTo>
                    <a:pt x="3976" y="527"/>
                  </a:lnTo>
                  <a:lnTo>
                    <a:pt x="3976" y="527"/>
                  </a:lnTo>
                  <a:close/>
                </a:path>
              </a:pathLst>
            </a:custGeom>
            <a:gradFill rotWithShape="0">
              <a:gsLst>
                <a:gs pos="0">
                  <a:schemeClr val="bg2">
                    <a:gamma/>
                    <a:tint val="75686"/>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73743" name="Group 15">
            <a:extLst>
              <a:ext uri="{FF2B5EF4-FFF2-40B4-BE49-F238E27FC236}">
                <a16:creationId xmlns:a16="http://schemas.microsoft.com/office/drawing/2014/main" id="{658B6F3D-8D5F-45EC-B71B-6356D9806CC0}"/>
              </a:ext>
            </a:extLst>
          </p:cNvPr>
          <p:cNvGrpSpPr>
            <a:grpSpLocks/>
          </p:cNvGrpSpPr>
          <p:nvPr/>
        </p:nvGrpSpPr>
        <p:grpSpPr bwMode="auto">
          <a:xfrm>
            <a:off x="627063" y="6021388"/>
            <a:ext cx="5684837" cy="849312"/>
            <a:chOff x="395" y="3793"/>
            <a:chExt cx="3581" cy="535"/>
          </a:xfrm>
        </p:grpSpPr>
        <p:sp>
          <p:nvSpPr>
            <p:cNvPr id="73744" name="Freeform 16">
              <a:extLst>
                <a:ext uri="{FF2B5EF4-FFF2-40B4-BE49-F238E27FC236}">
                  <a16:creationId xmlns:a16="http://schemas.microsoft.com/office/drawing/2014/main" id="{7ABC5B1C-93E2-4956-8A29-7F22801FA554}"/>
                </a:ext>
              </a:extLst>
            </p:cNvPr>
            <p:cNvSpPr>
              <a:spLocks/>
            </p:cNvSpPr>
            <p:nvPr userDrawn="1"/>
          </p:nvSpPr>
          <p:spPr bwMode="auto">
            <a:xfrm>
              <a:off x="1196" y="3793"/>
              <a:ext cx="365" cy="291"/>
            </a:xfrm>
            <a:custGeom>
              <a:avLst/>
              <a:gdLst>
                <a:gd name="T0" fmla="*/ 24 w 365"/>
                <a:gd name="T1" fmla="*/ 24 h 287"/>
                <a:gd name="T2" fmla="*/ 0 w 365"/>
                <a:gd name="T3" fmla="*/ 60 h 287"/>
                <a:gd name="T4" fmla="*/ 66 w 365"/>
                <a:gd name="T5" fmla="*/ 108 h 287"/>
                <a:gd name="T6" fmla="*/ 143 w 365"/>
                <a:gd name="T7" fmla="*/ 180 h 287"/>
                <a:gd name="T8" fmla="*/ 191 w 365"/>
                <a:gd name="T9" fmla="*/ 168 h 287"/>
                <a:gd name="T10" fmla="*/ 341 w 365"/>
                <a:gd name="T11" fmla="*/ 287 h 287"/>
                <a:gd name="T12" fmla="*/ 305 w 365"/>
                <a:gd name="T13" fmla="*/ 174 h 287"/>
                <a:gd name="T14" fmla="*/ 365 w 365"/>
                <a:gd name="T15" fmla="*/ 132 h 287"/>
                <a:gd name="T16" fmla="*/ 359 w 365"/>
                <a:gd name="T17" fmla="*/ 126 h 287"/>
                <a:gd name="T18" fmla="*/ 335 w 365"/>
                <a:gd name="T19" fmla="*/ 114 h 287"/>
                <a:gd name="T20" fmla="*/ 299 w 365"/>
                <a:gd name="T21" fmla="*/ 90 h 287"/>
                <a:gd name="T22" fmla="*/ 257 w 365"/>
                <a:gd name="T23" fmla="*/ 72 h 287"/>
                <a:gd name="T24" fmla="*/ 215 w 365"/>
                <a:gd name="T25" fmla="*/ 54 h 287"/>
                <a:gd name="T26" fmla="*/ 173 w 365"/>
                <a:gd name="T27" fmla="*/ 36 h 287"/>
                <a:gd name="T28" fmla="*/ 143 w 365"/>
                <a:gd name="T29" fmla="*/ 24 h 287"/>
                <a:gd name="T30" fmla="*/ 131 w 365"/>
                <a:gd name="T31" fmla="*/ 18 h 287"/>
                <a:gd name="T32" fmla="*/ 107 w 365"/>
                <a:gd name="T33" fmla="*/ 18 h 287"/>
                <a:gd name="T34" fmla="*/ 95 w 365"/>
                <a:gd name="T35" fmla="*/ 18 h 287"/>
                <a:gd name="T36" fmla="*/ 72 w 365"/>
                <a:gd name="T37" fmla="*/ 12 h 287"/>
                <a:gd name="T38" fmla="*/ 66 w 365"/>
                <a:gd name="T39" fmla="*/ 12 h 287"/>
                <a:gd name="T40" fmla="*/ 54 w 365"/>
                <a:gd name="T41" fmla="*/ 6 h 287"/>
                <a:gd name="T42" fmla="*/ 42 w 365"/>
                <a:gd name="T43" fmla="*/ 0 h 287"/>
                <a:gd name="T44" fmla="*/ 30 w 365"/>
                <a:gd name="T45" fmla="*/ 0 h 287"/>
                <a:gd name="T46" fmla="*/ 24 w 365"/>
                <a:gd name="T47" fmla="*/ 24 h 287"/>
                <a:gd name="T48" fmla="*/ 24 w 365"/>
                <a:gd name="T49" fmla="*/ 24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5" h="287">
                  <a:moveTo>
                    <a:pt x="24" y="24"/>
                  </a:moveTo>
                  <a:lnTo>
                    <a:pt x="0" y="60"/>
                  </a:lnTo>
                  <a:lnTo>
                    <a:pt x="66" y="108"/>
                  </a:lnTo>
                  <a:lnTo>
                    <a:pt x="143" y="180"/>
                  </a:lnTo>
                  <a:lnTo>
                    <a:pt x="191" y="168"/>
                  </a:lnTo>
                  <a:lnTo>
                    <a:pt x="341" y="287"/>
                  </a:lnTo>
                  <a:lnTo>
                    <a:pt x="305" y="174"/>
                  </a:lnTo>
                  <a:lnTo>
                    <a:pt x="365" y="132"/>
                  </a:lnTo>
                  <a:lnTo>
                    <a:pt x="359" y="126"/>
                  </a:lnTo>
                  <a:lnTo>
                    <a:pt x="335" y="114"/>
                  </a:lnTo>
                  <a:lnTo>
                    <a:pt x="299" y="90"/>
                  </a:lnTo>
                  <a:lnTo>
                    <a:pt x="257" y="72"/>
                  </a:lnTo>
                  <a:lnTo>
                    <a:pt x="215" y="54"/>
                  </a:lnTo>
                  <a:lnTo>
                    <a:pt x="173" y="36"/>
                  </a:lnTo>
                  <a:lnTo>
                    <a:pt x="143" y="24"/>
                  </a:lnTo>
                  <a:lnTo>
                    <a:pt x="131" y="18"/>
                  </a:lnTo>
                  <a:lnTo>
                    <a:pt x="107" y="18"/>
                  </a:lnTo>
                  <a:lnTo>
                    <a:pt x="95" y="18"/>
                  </a:lnTo>
                  <a:lnTo>
                    <a:pt x="72" y="12"/>
                  </a:lnTo>
                  <a:lnTo>
                    <a:pt x="66" y="12"/>
                  </a:lnTo>
                  <a:lnTo>
                    <a:pt x="54" y="6"/>
                  </a:lnTo>
                  <a:lnTo>
                    <a:pt x="42" y="0"/>
                  </a:lnTo>
                  <a:lnTo>
                    <a:pt x="30" y="0"/>
                  </a:lnTo>
                  <a:lnTo>
                    <a:pt x="24" y="24"/>
                  </a:lnTo>
                  <a:lnTo>
                    <a:pt x="24" y="2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45" name="Freeform 17">
              <a:extLst>
                <a:ext uri="{FF2B5EF4-FFF2-40B4-BE49-F238E27FC236}">
                  <a16:creationId xmlns:a16="http://schemas.microsoft.com/office/drawing/2014/main" id="{2268F730-5CAA-4BFB-89CB-BB9CA29FE605}"/>
                </a:ext>
              </a:extLst>
            </p:cNvPr>
            <p:cNvSpPr>
              <a:spLocks/>
            </p:cNvSpPr>
            <p:nvPr userDrawn="1"/>
          </p:nvSpPr>
          <p:spPr bwMode="auto">
            <a:xfrm>
              <a:off x="1943" y="3829"/>
              <a:ext cx="2033" cy="499"/>
            </a:xfrm>
            <a:custGeom>
              <a:avLst/>
              <a:gdLst>
                <a:gd name="T0" fmla="*/ 186 w 2033"/>
                <a:gd name="T1" fmla="*/ 18 h 499"/>
                <a:gd name="T2" fmla="*/ 138 w 2033"/>
                <a:gd name="T3" fmla="*/ 6 h 499"/>
                <a:gd name="T4" fmla="*/ 96 w 2033"/>
                <a:gd name="T5" fmla="*/ 0 h 499"/>
                <a:gd name="T6" fmla="*/ 36 w 2033"/>
                <a:gd name="T7" fmla="*/ 0 h 499"/>
                <a:gd name="T8" fmla="*/ 12 w 2033"/>
                <a:gd name="T9" fmla="*/ 25 h 499"/>
                <a:gd name="T10" fmla="*/ 0 w 2033"/>
                <a:gd name="T11" fmla="*/ 128 h 499"/>
                <a:gd name="T12" fmla="*/ 60 w 2033"/>
                <a:gd name="T13" fmla="*/ 104 h 499"/>
                <a:gd name="T14" fmla="*/ 90 w 2033"/>
                <a:gd name="T15" fmla="*/ 134 h 499"/>
                <a:gd name="T16" fmla="*/ 150 w 2033"/>
                <a:gd name="T17" fmla="*/ 153 h 499"/>
                <a:gd name="T18" fmla="*/ 209 w 2033"/>
                <a:gd name="T19" fmla="*/ 273 h 499"/>
                <a:gd name="T20" fmla="*/ 401 w 2033"/>
                <a:gd name="T21" fmla="*/ 359 h 499"/>
                <a:gd name="T22" fmla="*/ 777 w 2033"/>
                <a:gd name="T23" fmla="*/ 359 h 499"/>
                <a:gd name="T24" fmla="*/ 2033 w 2033"/>
                <a:gd name="T25" fmla="*/ 499 h 499"/>
                <a:gd name="T26" fmla="*/ 2033 w 2033"/>
                <a:gd name="T27" fmla="*/ 499 h 499"/>
                <a:gd name="T28" fmla="*/ 1991 w 2033"/>
                <a:gd name="T29" fmla="*/ 493 h 499"/>
                <a:gd name="T30" fmla="*/ 676 w 2033"/>
                <a:gd name="T31" fmla="*/ 243 h 499"/>
                <a:gd name="T32" fmla="*/ 514 w 2033"/>
                <a:gd name="T33" fmla="*/ 159 h 499"/>
                <a:gd name="T34" fmla="*/ 425 w 2033"/>
                <a:gd name="T35" fmla="*/ 110 h 499"/>
                <a:gd name="T36" fmla="*/ 365 w 2033"/>
                <a:gd name="T37" fmla="*/ 92 h 499"/>
                <a:gd name="T38" fmla="*/ 281 w 2033"/>
                <a:gd name="T39" fmla="*/ 61 h 499"/>
                <a:gd name="T40" fmla="*/ 186 w 2033"/>
                <a:gd name="T41" fmla="*/ 18 h 499"/>
                <a:gd name="T42" fmla="*/ 186 w 2033"/>
                <a:gd name="T43" fmla="*/ 18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33" h="499">
                  <a:moveTo>
                    <a:pt x="186" y="18"/>
                  </a:moveTo>
                  <a:lnTo>
                    <a:pt x="138" y="6"/>
                  </a:lnTo>
                  <a:lnTo>
                    <a:pt x="96" y="0"/>
                  </a:lnTo>
                  <a:lnTo>
                    <a:pt x="36" y="0"/>
                  </a:lnTo>
                  <a:lnTo>
                    <a:pt x="12" y="25"/>
                  </a:lnTo>
                  <a:lnTo>
                    <a:pt x="0" y="128"/>
                  </a:lnTo>
                  <a:lnTo>
                    <a:pt x="60" y="104"/>
                  </a:lnTo>
                  <a:lnTo>
                    <a:pt x="90" y="134"/>
                  </a:lnTo>
                  <a:lnTo>
                    <a:pt x="150" y="153"/>
                  </a:lnTo>
                  <a:lnTo>
                    <a:pt x="209" y="273"/>
                  </a:lnTo>
                  <a:lnTo>
                    <a:pt x="401" y="359"/>
                  </a:lnTo>
                  <a:lnTo>
                    <a:pt x="777" y="359"/>
                  </a:lnTo>
                  <a:lnTo>
                    <a:pt x="2033" y="499"/>
                  </a:lnTo>
                  <a:lnTo>
                    <a:pt x="2033" y="499"/>
                  </a:lnTo>
                  <a:lnTo>
                    <a:pt x="1991" y="493"/>
                  </a:lnTo>
                  <a:lnTo>
                    <a:pt x="676" y="243"/>
                  </a:lnTo>
                  <a:lnTo>
                    <a:pt x="514" y="159"/>
                  </a:lnTo>
                  <a:lnTo>
                    <a:pt x="425" y="110"/>
                  </a:lnTo>
                  <a:lnTo>
                    <a:pt x="365" y="92"/>
                  </a:lnTo>
                  <a:lnTo>
                    <a:pt x="281" y="61"/>
                  </a:lnTo>
                  <a:lnTo>
                    <a:pt x="186" y="18"/>
                  </a:lnTo>
                  <a:lnTo>
                    <a:pt x="186"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46" name="Freeform 18">
              <a:extLst>
                <a:ext uri="{FF2B5EF4-FFF2-40B4-BE49-F238E27FC236}">
                  <a16:creationId xmlns:a16="http://schemas.microsoft.com/office/drawing/2014/main" id="{D3BC8153-1082-4B2F-A30E-5E58B6803C80}"/>
                </a:ext>
              </a:extLst>
            </p:cNvPr>
            <p:cNvSpPr>
              <a:spLocks/>
            </p:cNvSpPr>
            <p:nvPr userDrawn="1"/>
          </p:nvSpPr>
          <p:spPr bwMode="auto">
            <a:xfrm>
              <a:off x="1830" y="3823"/>
              <a:ext cx="71" cy="61"/>
            </a:xfrm>
            <a:custGeom>
              <a:avLst/>
              <a:gdLst>
                <a:gd name="T0" fmla="*/ 0 w 71"/>
                <a:gd name="T1" fmla="*/ 18 h 60"/>
                <a:gd name="T2" fmla="*/ 6 w 71"/>
                <a:gd name="T3" fmla="*/ 18 h 60"/>
                <a:gd name="T4" fmla="*/ 12 w 71"/>
                <a:gd name="T5" fmla="*/ 12 h 60"/>
                <a:gd name="T6" fmla="*/ 6 w 71"/>
                <a:gd name="T7" fmla="*/ 6 h 60"/>
                <a:gd name="T8" fmla="*/ 0 w 71"/>
                <a:gd name="T9" fmla="*/ 0 h 60"/>
                <a:gd name="T10" fmla="*/ 29 w 71"/>
                <a:gd name="T11" fmla="*/ 18 h 60"/>
                <a:gd name="T12" fmla="*/ 53 w 71"/>
                <a:gd name="T13" fmla="*/ 18 h 60"/>
                <a:gd name="T14" fmla="*/ 59 w 71"/>
                <a:gd name="T15" fmla="*/ 30 h 60"/>
                <a:gd name="T16" fmla="*/ 65 w 71"/>
                <a:gd name="T17" fmla="*/ 42 h 60"/>
                <a:gd name="T18" fmla="*/ 71 w 71"/>
                <a:gd name="T19" fmla="*/ 54 h 60"/>
                <a:gd name="T20" fmla="*/ 71 w 71"/>
                <a:gd name="T21" fmla="*/ 60 h 60"/>
                <a:gd name="T22" fmla="*/ 59 w 71"/>
                <a:gd name="T23" fmla="*/ 54 h 60"/>
                <a:gd name="T24" fmla="*/ 47 w 71"/>
                <a:gd name="T25" fmla="*/ 42 h 60"/>
                <a:gd name="T26" fmla="*/ 23 w 71"/>
                <a:gd name="T27" fmla="*/ 30 h 60"/>
                <a:gd name="T28" fmla="*/ 23 w 71"/>
                <a:gd name="T29" fmla="*/ 36 h 60"/>
                <a:gd name="T30" fmla="*/ 18 w 71"/>
                <a:gd name="T31" fmla="*/ 42 h 60"/>
                <a:gd name="T32" fmla="*/ 12 w 71"/>
                <a:gd name="T33" fmla="*/ 48 h 60"/>
                <a:gd name="T34" fmla="*/ 6 w 71"/>
                <a:gd name="T35" fmla="*/ 48 h 60"/>
                <a:gd name="T36" fmla="*/ 6 w 71"/>
                <a:gd name="T37" fmla="*/ 48 h 60"/>
                <a:gd name="T38" fmla="*/ 6 w 71"/>
                <a:gd name="T39" fmla="*/ 36 h 60"/>
                <a:gd name="T40" fmla="*/ 0 w 71"/>
                <a:gd name="T41" fmla="*/ 18 h 60"/>
                <a:gd name="T42" fmla="*/ 0 w 71"/>
                <a:gd name="T43" fmla="*/ 1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1" h="60">
                  <a:moveTo>
                    <a:pt x="0" y="18"/>
                  </a:moveTo>
                  <a:lnTo>
                    <a:pt x="6" y="18"/>
                  </a:lnTo>
                  <a:lnTo>
                    <a:pt x="12" y="12"/>
                  </a:lnTo>
                  <a:lnTo>
                    <a:pt x="6" y="6"/>
                  </a:lnTo>
                  <a:lnTo>
                    <a:pt x="0" y="0"/>
                  </a:lnTo>
                  <a:lnTo>
                    <a:pt x="29" y="18"/>
                  </a:lnTo>
                  <a:lnTo>
                    <a:pt x="53" y="18"/>
                  </a:lnTo>
                  <a:lnTo>
                    <a:pt x="59" y="30"/>
                  </a:lnTo>
                  <a:lnTo>
                    <a:pt x="65" y="42"/>
                  </a:lnTo>
                  <a:lnTo>
                    <a:pt x="71" y="54"/>
                  </a:lnTo>
                  <a:lnTo>
                    <a:pt x="71" y="60"/>
                  </a:lnTo>
                  <a:lnTo>
                    <a:pt x="59" y="54"/>
                  </a:lnTo>
                  <a:lnTo>
                    <a:pt x="47" y="42"/>
                  </a:lnTo>
                  <a:lnTo>
                    <a:pt x="23" y="30"/>
                  </a:lnTo>
                  <a:lnTo>
                    <a:pt x="23" y="36"/>
                  </a:lnTo>
                  <a:lnTo>
                    <a:pt x="18" y="42"/>
                  </a:lnTo>
                  <a:lnTo>
                    <a:pt x="12" y="48"/>
                  </a:lnTo>
                  <a:lnTo>
                    <a:pt x="6" y="48"/>
                  </a:lnTo>
                  <a:lnTo>
                    <a:pt x="6" y="48"/>
                  </a:lnTo>
                  <a:lnTo>
                    <a:pt x="6" y="36"/>
                  </a:lnTo>
                  <a:lnTo>
                    <a:pt x="0" y="18"/>
                  </a:lnTo>
                  <a:lnTo>
                    <a:pt x="0"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47" name="Freeform 19">
              <a:extLst>
                <a:ext uri="{FF2B5EF4-FFF2-40B4-BE49-F238E27FC236}">
                  <a16:creationId xmlns:a16="http://schemas.microsoft.com/office/drawing/2014/main" id="{7E161058-4ACF-4DC4-B7E0-3E2DEE14ECB0}"/>
                </a:ext>
              </a:extLst>
            </p:cNvPr>
            <p:cNvSpPr>
              <a:spLocks/>
            </p:cNvSpPr>
            <p:nvPr userDrawn="1"/>
          </p:nvSpPr>
          <p:spPr bwMode="auto">
            <a:xfrm>
              <a:off x="855" y="3842"/>
              <a:ext cx="161" cy="164"/>
            </a:xfrm>
            <a:custGeom>
              <a:avLst/>
              <a:gdLst>
                <a:gd name="T0" fmla="*/ 30 w 161"/>
                <a:gd name="T1" fmla="*/ 0 h 162"/>
                <a:gd name="T2" fmla="*/ 48 w 161"/>
                <a:gd name="T3" fmla="*/ 6 h 162"/>
                <a:gd name="T4" fmla="*/ 72 w 161"/>
                <a:gd name="T5" fmla="*/ 6 h 162"/>
                <a:gd name="T6" fmla="*/ 114 w 161"/>
                <a:gd name="T7" fmla="*/ 12 h 162"/>
                <a:gd name="T8" fmla="*/ 96 w 161"/>
                <a:gd name="T9" fmla="*/ 54 h 162"/>
                <a:gd name="T10" fmla="*/ 96 w 161"/>
                <a:gd name="T11" fmla="*/ 60 h 162"/>
                <a:gd name="T12" fmla="*/ 102 w 161"/>
                <a:gd name="T13" fmla="*/ 72 h 162"/>
                <a:gd name="T14" fmla="*/ 108 w 161"/>
                <a:gd name="T15" fmla="*/ 84 h 162"/>
                <a:gd name="T16" fmla="*/ 120 w 161"/>
                <a:gd name="T17" fmla="*/ 96 h 162"/>
                <a:gd name="T18" fmla="*/ 143 w 161"/>
                <a:gd name="T19" fmla="*/ 114 h 162"/>
                <a:gd name="T20" fmla="*/ 155 w 161"/>
                <a:gd name="T21" fmla="*/ 138 h 162"/>
                <a:gd name="T22" fmla="*/ 161 w 161"/>
                <a:gd name="T23" fmla="*/ 156 h 162"/>
                <a:gd name="T24" fmla="*/ 161 w 161"/>
                <a:gd name="T25" fmla="*/ 162 h 162"/>
                <a:gd name="T26" fmla="*/ 96 w 161"/>
                <a:gd name="T27" fmla="*/ 102 h 162"/>
                <a:gd name="T28" fmla="*/ 30 w 161"/>
                <a:gd name="T29" fmla="*/ 54 h 162"/>
                <a:gd name="T30" fmla="*/ 0 w 161"/>
                <a:gd name="T31" fmla="*/ 0 h 162"/>
                <a:gd name="T32" fmla="*/ 30 w 161"/>
                <a:gd name="T33" fmla="*/ 0 h 162"/>
                <a:gd name="T34" fmla="*/ 30 w 161"/>
                <a:gd name="T35" fmla="*/ 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1" h="162">
                  <a:moveTo>
                    <a:pt x="30" y="0"/>
                  </a:moveTo>
                  <a:lnTo>
                    <a:pt x="48" y="6"/>
                  </a:lnTo>
                  <a:lnTo>
                    <a:pt x="72" y="6"/>
                  </a:lnTo>
                  <a:lnTo>
                    <a:pt x="114" y="12"/>
                  </a:lnTo>
                  <a:lnTo>
                    <a:pt x="96" y="54"/>
                  </a:lnTo>
                  <a:lnTo>
                    <a:pt x="96" y="60"/>
                  </a:lnTo>
                  <a:lnTo>
                    <a:pt x="102" y="72"/>
                  </a:lnTo>
                  <a:lnTo>
                    <a:pt x="108" y="84"/>
                  </a:lnTo>
                  <a:lnTo>
                    <a:pt x="120" y="96"/>
                  </a:lnTo>
                  <a:lnTo>
                    <a:pt x="143" y="114"/>
                  </a:lnTo>
                  <a:lnTo>
                    <a:pt x="155" y="138"/>
                  </a:lnTo>
                  <a:lnTo>
                    <a:pt x="161" y="156"/>
                  </a:lnTo>
                  <a:lnTo>
                    <a:pt x="161" y="162"/>
                  </a:lnTo>
                  <a:lnTo>
                    <a:pt x="96" y="102"/>
                  </a:lnTo>
                  <a:lnTo>
                    <a:pt x="30" y="54"/>
                  </a:lnTo>
                  <a:lnTo>
                    <a:pt x="0" y="0"/>
                  </a:lnTo>
                  <a:lnTo>
                    <a:pt x="30" y="0"/>
                  </a:lnTo>
                  <a:lnTo>
                    <a:pt x="3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48" name="Freeform 20">
              <a:extLst>
                <a:ext uri="{FF2B5EF4-FFF2-40B4-BE49-F238E27FC236}">
                  <a16:creationId xmlns:a16="http://schemas.microsoft.com/office/drawing/2014/main" id="{95C184DF-D313-4881-B002-2307E6B2441A}"/>
                </a:ext>
              </a:extLst>
            </p:cNvPr>
            <p:cNvSpPr>
              <a:spLocks/>
            </p:cNvSpPr>
            <p:nvPr userDrawn="1"/>
          </p:nvSpPr>
          <p:spPr bwMode="auto">
            <a:xfrm>
              <a:off x="706" y="3854"/>
              <a:ext cx="59" cy="61"/>
            </a:xfrm>
            <a:custGeom>
              <a:avLst/>
              <a:gdLst>
                <a:gd name="T0" fmla="*/ 59 w 59"/>
                <a:gd name="T1" fmla="*/ 6 h 60"/>
                <a:gd name="T2" fmla="*/ 41 w 59"/>
                <a:gd name="T3" fmla="*/ 30 h 60"/>
                <a:gd name="T4" fmla="*/ 41 w 59"/>
                <a:gd name="T5" fmla="*/ 36 h 60"/>
                <a:gd name="T6" fmla="*/ 47 w 59"/>
                <a:gd name="T7" fmla="*/ 42 h 60"/>
                <a:gd name="T8" fmla="*/ 53 w 59"/>
                <a:gd name="T9" fmla="*/ 54 h 60"/>
                <a:gd name="T10" fmla="*/ 53 w 59"/>
                <a:gd name="T11" fmla="*/ 60 h 60"/>
                <a:gd name="T12" fmla="*/ 47 w 59"/>
                <a:gd name="T13" fmla="*/ 54 h 60"/>
                <a:gd name="T14" fmla="*/ 35 w 59"/>
                <a:gd name="T15" fmla="*/ 48 h 60"/>
                <a:gd name="T16" fmla="*/ 23 w 59"/>
                <a:gd name="T17" fmla="*/ 36 h 60"/>
                <a:gd name="T18" fmla="*/ 17 w 59"/>
                <a:gd name="T19" fmla="*/ 30 h 60"/>
                <a:gd name="T20" fmla="*/ 0 w 59"/>
                <a:gd name="T21" fmla="*/ 0 h 60"/>
                <a:gd name="T22" fmla="*/ 59 w 59"/>
                <a:gd name="T23" fmla="*/ 6 h 60"/>
                <a:gd name="T24" fmla="*/ 59 w 59"/>
                <a:gd name="T25" fmla="*/ 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60">
                  <a:moveTo>
                    <a:pt x="59" y="6"/>
                  </a:moveTo>
                  <a:lnTo>
                    <a:pt x="41" y="30"/>
                  </a:lnTo>
                  <a:lnTo>
                    <a:pt x="41" y="36"/>
                  </a:lnTo>
                  <a:lnTo>
                    <a:pt x="47" y="42"/>
                  </a:lnTo>
                  <a:lnTo>
                    <a:pt x="53" y="54"/>
                  </a:lnTo>
                  <a:lnTo>
                    <a:pt x="53" y="60"/>
                  </a:lnTo>
                  <a:lnTo>
                    <a:pt x="47" y="54"/>
                  </a:lnTo>
                  <a:lnTo>
                    <a:pt x="35" y="48"/>
                  </a:lnTo>
                  <a:lnTo>
                    <a:pt x="23" y="36"/>
                  </a:lnTo>
                  <a:lnTo>
                    <a:pt x="17" y="30"/>
                  </a:lnTo>
                  <a:lnTo>
                    <a:pt x="0" y="0"/>
                  </a:lnTo>
                  <a:lnTo>
                    <a:pt x="59" y="6"/>
                  </a:lnTo>
                  <a:lnTo>
                    <a:pt x="59" y="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749" name="Freeform 21">
              <a:extLst>
                <a:ext uri="{FF2B5EF4-FFF2-40B4-BE49-F238E27FC236}">
                  <a16:creationId xmlns:a16="http://schemas.microsoft.com/office/drawing/2014/main" id="{AAFDB3C0-93A4-432F-8F2D-481AA0B4FEB4}"/>
                </a:ext>
              </a:extLst>
            </p:cNvPr>
            <p:cNvSpPr>
              <a:spLocks/>
            </p:cNvSpPr>
            <p:nvPr userDrawn="1"/>
          </p:nvSpPr>
          <p:spPr bwMode="auto">
            <a:xfrm>
              <a:off x="395" y="3811"/>
              <a:ext cx="245" cy="207"/>
            </a:xfrm>
            <a:custGeom>
              <a:avLst/>
              <a:gdLst>
                <a:gd name="T0" fmla="*/ 233 w 245"/>
                <a:gd name="T1" fmla="*/ 36 h 204"/>
                <a:gd name="T2" fmla="*/ 245 w 245"/>
                <a:gd name="T3" fmla="*/ 42 h 204"/>
                <a:gd name="T4" fmla="*/ 209 w 245"/>
                <a:gd name="T5" fmla="*/ 84 h 204"/>
                <a:gd name="T6" fmla="*/ 143 w 245"/>
                <a:gd name="T7" fmla="*/ 132 h 204"/>
                <a:gd name="T8" fmla="*/ 167 w 245"/>
                <a:gd name="T9" fmla="*/ 156 h 204"/>
                <a:gd name="T10" fmla="*/ 179 w 245"/>
                <a:gd name="T11" fmla="*/ 204 h 204"/>
                <a:gd name="T12" fmla="*/ 77 w 245"/>
                <a:gd name="T13" fmla="*/ 132 h 204"/>
                <a:gd name="T14" fmla="*/ 47 w 245"/>
                <a:gd name="T15" fmla="*/ 84 h 204"/>
                <a:gd name="T16" fmla="*/ 89 w 245"/>
                <a:gd name="T17" fmla="*/ 66 h 204"/>
                <a:gd name="T18" fmla="*/ 59 w 245"/>
                <a:gd name="T19" fmla="*/ 36 h 204"/>
                <a:gd name="T20" fmla="*/ 0 w 245"/>
                <a:gd name="T21" fmla="*/ 12 h 204"/>
                <a:gd name="T22" fmla="*/ 0 w 245"/>
                <a:gd name="T23" fmla="*/ 0 h 204"/>
                <a:gd name="T24" fmla="*/ 6 w 245"/>
                <a:gd name="T25" fmla="*/ 0 h 204"/>
                <a:gd name="T26" fmla="*/ 12 w 245"/>
                <a:gd name="T27" fmla="*/ 0 h 204"/>
                <a:gd name="T28" fmla="*/ 47 w 245"/>
                <a:gd name="T29" fmla="*/ 6 h 204"/>
                <a:gd name="T30" fmla="*/ 77 w 245"/>
                <a:gd name="T31" fmla="*/ 6 h 204"/>
                <a:gd name="T32" fmla="*/ 83 w 245"/>
                <a:gd name="T33" fmla="*/ 6 h 204"/>
                <a:gd name="T34" fmla="*/ 89 w 245"/>
                <a:gd name="T35" fmla="*/ 6 h 204"/>
                <a:gd name="T36" fmla="*/ 101 w 245"/>
                <a:gd name="T37" fmla="*/ 12 h 204"/>
                <a:gd name="T38" fmla="*/ 125 w 245"/>
                <a:gd name="T39" fmla="*/ 12 h 204"/>
                <a:gd name="T40" fmla="*/ 143 w 245"/>
                <a:gd name="T41" fmla="*/ 18 h 204"/>
                <a:gd name="T42" fmla="*/ 149 w 245"/>
                <a:gd name="T43" fmla="*/ 18 h 204"/>
                <a:gd name="T44" fmla="*/ 149 w 245"/>
                <a:gd name="T45" fmla="*/ 18 h 204"/>
                <a:gd name="T46" fmla="*/ 203 w 245"/>
                <a:gd name="T47" fmla="*/ 24 h 204"/>
                <a:gd name="T48" fmla="*/ 233 w 245"/>
                <a:gd name="T49" fmla="*/ 36 h 204"/>
                <a:gd name="T50" fmla="*/ 233 w 245"/>
                <a:gd name="T51" fmla="*/ 3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5" h="204">
                  <a:moveTo>
                    <a:pt x="233" y="36"/>
                  </a:moveTo>
                  <a:lnTo>
                    <a:pt x="245" y="42"/>
                  </a:lnTo>
                  <a:lnTo>
                    <a:pt x="209" y="84"/>
                  </a:lnTo>
                  <a:lnTo>
                    <a:pt x="143" y="132"/>
                  </a:lnTo>
                  <a:lnTo>
                    <a:pt x="167" y="156"/>
                  </a:lnTo>
                  <a:lnTo>
                    <a:pt x="179" y="204"/>
                  </a:lnTo>
                  <a:lnTo>
                    <a:pt x="77" y="132"/>
                  </a:lnTo>
                  <a:lnTo>
                    <a:pt x="47" y="84"/>
                  </a:lnTo>
                  <a:lnTo>
                    <a:pt x="89" y="66"/>
                  </a:lnTo>
                  <a:lnTo>
                    <a:pt x="59" y="36"/>
                  </a:lnTo>
                  <a:lnTo>
                    <a:pt x="0" y="12"/>
                  </a:lnTo>
                  <a:lnTo>
                    <a:pt x="0" y="0"/>
                  </a:lnTo>
                  <a:lnTo>
                    <a:pt x="6" y="0"/>
                  </a:lnTo>
                  <a:lnTo>
                    <a:pt x="12" y="0"/>
                  </a:lnTo>
                  <a:lnTo>
                    <a:pt x="47" y="6"/>
                  </a:lnTo>
                  <a:lnTo>
                    <a:pt x="77" y="6"/>
                  </a:lnTo>
                  <a:lnTo>
                    <a:pt x="83" y="6"/>
                  </a:lnTo>
                  <a:lnTo>
                    <a:pt x="89" y="6"/>
                  </a:lnTo>
                  <a:lnTo>
                    <a:pt x="101" y="12"/>
                  </a:lnTo>
                  <a:lnTo>
                    <a:pt x="125" y="12"/>
                  </a:lnTo>
                  <a:lnTo>
                    <a:pt x="143" y="18"/>
                  </a:lnTo>
                  <a:lnTo>
                    <a:pt x="149" y="18"/>
                  </a:lnTo>
                  <a:lnTo>
                    <a:pt x="149" y="18"/>
                  </a:lnTo>
                  <a:lnTo>
                    <a:pt x="203" y="24"/>
                  </a:lnTo>
                  <a:lnTo>
                    <a:pt x="233" y="36"/>
                  </a:lnTo>
                  <a:lnTo>
                    <a:pt x="233"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73750" name="Rectangle 22">
            <a:extLst>
              <a:ext uri="{FF2B5EF4-FFF2-40B4-BE49-F238E27FC236}">
                <a16:creationId xmlns:a16="http://schemas.microsoft.com/office/drawing/2014/main" id="{74854E7D-4747-429E-844F-E4F1DC060741}"/>
              </a:ext>
            </a:extLst>
          </p:cNvPr>
          <p:cNvSpPr>
            <a:spLocks noGrp="1" noChangeArrowheads="1"/>
          </p:cNvSpPr>
          <p:nvPr>
            <p:ph type="ctrTitle" sz="quarter"/>
          </p:nvPr>
        </p:nvSpPr>
        <p:spPr>
          <a:xfrm>
            <a:off x="457200" y="1447800"/>
            <a:ext cx="8229600" cy="1736725"/>
          </a:xfrm>
        </p:spPr>
        <p:txBody>
          <a:bodyPr/>
          <a:lstStyle>
            <a:lvl1pPr>
              <a:defRPr sz="5400"/>
            </a:lvl1pPr>
          </a:lstStyle>
          <a:p>
            <a:pPr lvl="0"/>
            <a:r>
              <a:rPr lang="zh-CN" altLang="en-US" noProof="0"/>
              <a:t>单击此处编辑母版标题样式</a:t>
            </a:r>
          </a:p>
        </p:txBody>
      </p:sp>
      <p:sp>
        <p:nvSpPr>
          <p:cNvPr id="73751" name="Rectangle 23">
            <a:extLst>
              <a:ext uri="{FF2B5EF4-FFF2-40B4-BE49-F238E27FC236}">
                <a16:creationId xmlns:a16="http://schemas.microsoft.com/office/drawing/2014/main" id="{3AC0986A-CE1D-4EB6-87D6-404A6F136195}"/>
              </a:ext>
            </a:extLst>
          </p:cNvPr>
          <p:cNvSpPr>
            <a:spLocks noGrp="1" noChangeArrowheads="1"/>
          </p:cNvSpPr>
          <p:nvPr>
            <p:ph type="subTitle" sz="quarter" idx="1"/>
          </p:nvPr>
        </p:nvSpPr>
        <p:spPr>
          <a:xfrm>
            <a:off x="1371600" y="3429000"/>
            <a:ext cx="6400800" cy="1752600"/>
          </a:xfrm>
        </p:spPr>
        <p:txBody>
          <a:bodyPr/>
          <a:lstStyle>
            <a:lvl1pPr marL="0" indent="0" algn="ctr">
              <a:buFontTx/>
              <a:buNone/>
              <a:defRPr>
                <a:effectLst>
                  <a:outerShdw blurRad="38100" dist="38100" dir="2700000" algn="tl">
                    <a:srgbClr val="000000"/>
                  </a:outerShdw>
                </a:effectLst>
              </a:defRPr>
            </a:lvl1pPr>
          </a:lstStyle>
          <a:p>
            <a:pPr lvl="0"/>
            <a:r>
              <a:rPr lang="zh-CN" altLang="en-US" noProof="0"/>
              <a:t>单击此处编辑母版副标题样式</a:t>
            </a:r>
          </a:p>
        </p:txBody>
      </p:sp>
      <p:sp>
        <p:nvSpPr>
          <p:cNvPr id="73752" name="Rectangle 24">
            <a:extLst>
              <a:ext uri="{FF2B5EF4-FFF2-40B4-BE49-F238E27FC236}">
                <a16:creationId xmlns:a16="http://schemas.microsoft.com/office/drawing/2014/main" id="{2AFC3B0F-CC96-4124-A04F-604CC1846358}"/>
              </a:ext>
            </a:extLst>
          </p:cNvPr>
          <p:cNvSpPr>
            <a:spLocks noGrp="1" noChangeArrowheads="1"/>
          </p:cNvSpPr>
          <p:nvPr>
            <p:ph type="dt" sz="quarter" idx="2"/>
          </p:nvPr>
        </p:nvSpPr>
        <p:spPr/>
        <p:txBody>
          <a:bodyPr/>
          <a:lstStyle>
            <a:lvl1pPr>
              <a:defRPr/>
            </a:lvl1pPr>
          </a:lstStyle>
          <a:p>
            <a:endParaRPr lang="en-US" altLang="zh-CN"/>
          </a:p>
        </p:txBody>
      </p:sp>
      <p:sp>
        <p:nvSpPr>
          <p:cNvPr id="73753" name="Rectangle 25">
            <a:extLst>
              <a:ext uri="{FF2B5EF4-FFF2-40B4-BE49-F238E27FC236}">
                <a16:creationId xmlns:a16="http://schemas.microsoft.com/office/drawing/2014/main" id="{4199130C-50B4-4588-B724-60799C6BDE96}"/>
              </a:ext>
            </a:extLst>
          </p:cNvPr>
          <p:cNvSpPr>
            <a:spLocks noGrp="1" noChangeArrowheads="1"/>
          </p:cNvSpPr>
          <p:nvPr>
            <p:ph type="sldNum" sz="quarter" idx="4"/>
          </p:nvPr>
        </p:nvSpPr>
        <p:spPr/>
        <p:txBody>
          <a:bodyPr/>
          <a:lstStyle>
            <a:lvl1pPr>
              <a:defRPr/>
            </a:lvl1pPr>
          </a:lstStyle>
          <a:p>
            <a:fld id="{E29333B9-9657-4D1B-BC34-900DE34363E2}" type="slidenum">
              <a:rPr lang="en-US" altLang="zh-CN"/>
              <a:pPr/>
              <a:t>‹#›</a:t>
            </a:fld>
            <a:endParaRPr lang="en-US" altLang="zh-CN"/>
          </a:p>
        </p:txBody>
      </p:sp>
      <p:sp>
        <p:nvSpPr>
          <p:cNvPr id="73754" name="Rectangle 26">
            <a:extLst>
              <a:ext uri="{FF2B5EF4-FFF2-40B4-BE49-F238E27FC236}">
                <a16:creationId xmlns:a16="http://schemas.microsoft.com/office/drawing/2014/main" id="{62D484E8-83BB-4010-B203-7FCC055CC535}"/>
              </a:ext>
            </a:extLst>
          </p:cNvPr>
          <p:cNvSpPr>
            <a:spLocks noGrp="1" noChangeArrowheads="1"/>
          </p:cNvSpPr>
          <p:nvPr>
            <p:ph type="ftr" sz="quarter" idx="3"/>
          </p:nvPr>
        </p:nvSpPr>
        <p:spPr/>
        <p:txBody>
          <a:bodyPr/>
          <a:lstStyle>
            <a:lvl1pPr>
              <a:defRPr/>
            </a:lvl1pPr>
          </a:lstStyle>
          <a:p>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81E854-ECAC-4EFE-95EF-D04B364054E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8D9127C-0CA8-4C4A-A6D0-7784ACC6C17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EF18BBB-710D-446F-BDDD-EBD7979A13F9}"/>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24B9E432-36BC-45BE-9716-130E2921CFEE}"/>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6E68C47B-4F46-4F15-9260-1130D6C1FD90}"/>
              </a:ext>
            </a:extLst>
          </p:cNvPr>
          <p:cNvSpPr>
            <a:spLocks noGrp="1"/>
          </p:cNvSpPr>
          <p:nvPr>
            <p:ph type="sldNum" sz="quarter" idx="12"/>
          </p:nvPr>
        </p:nvSpPr>
        <p:spPr/>
        <p:txBody>
          <a:bodyPr/>
          <a:lstStyle>
            <a:lvl1pPr>
              <a:defRPr/>
            </a:lvl1pPr>
          </a:lstStyle>
          <a:p>
            <a:fld id="{9D4ECF97-C530-48D4-B898-177C8BF52E5D}" type="slidenum">
              <a:rPr lang="en-US" altLang="zh-CN"/>
              <a:pPr/>
              <a:t>‹#›</a:t>
            </a:fld>
            <a:endParaRPr lang="en-US" altLang="zh-CN"/>
          </a:p>
        </p:txBody>
      </p:sp>
    </p:spTree>
    <p:extLst>
      <p:ext uri="{BB962C8B-B14F-4D97-AF65-F5344CB8AC3E}">
        <p14:creationId xmlns:p14="http://schemas.microsoft.com/office/powerpoint/2010/main" val="923217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8BD71F-0DC7-4187-B95C-19E7B479E918}"/>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FC6C17A-794D-4F50-AAEB-B8B4F2B18807}"/>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07F4B11-A45B-4B4B-AB3D-443BCCF9C26F}"/>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18DA5EDE-ABC3-42D7-BBB1-0778D6B6523D}"/>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6A82DDFA-5C09-4CBF-9214-10CCB335F517}"/>
              </a:ext>
            </a:extLst>
          </p:cNvPr>
          <p:cNvSpPr>
            <a:spLocks noGrp="1"/>
          </p:cNvSpPr>
          <p:nvPr>
            <p:ph type="sldNum" sz="quarter" idx="12"/>
          </p:nvPr>
        </p:nvSpPr>
        <p:spPr/>
        <p:txBody>
          <a:bodyPr/>
          <a:lstStyle>
            <a:lvl1pPr>
              <a:defRPr/>
            </a:lvl1pPr>
          </a:lstStyle>
          <a:p>
            <a:fld id="{A2BE07DE-A9FF-4580-B56E-0B842CB0C98C}" type="slidenum">
              <a:rPr lang="en-US" altLang="zh-CN"/>
              <a:pPr/>
              <a:t>‹#›</a:t>
            </a:fld>
            <a:endParaRPr lang="en-US" altLang="zh-CN"/>
          </a:p>
        </p:txBody>
      </p:sp>
    </p:spTree>
    <p:extLst>
      <p:ext uri="{BB962C8B-B14F-4D97-AF65-F5344CB8AC3E}">
        <p14:creationId xmlns:p14="http://schemas.microsoft.com/office/powerpoint/2010/main" val="3406597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9AB22C-F446-49EB-9AF8-1D22556126E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9E5DFC7-207E-4807-8A79-1F9A0988DB2A}"/>
              </a:ext>
            </a:extLst>
          </p:cNvPr>
          <p:cNvSpPr>
            <a:spLocks noGrp="1"/>
          </p:cNvSpPr>
          <p:nvPr>
            <p:ph sz="half" idx="1"/>
          </p:nvPr>
        </p:nvSpPr>
        <p:spPr>
          <a:xfrm>
            <a:off x="457200" y="1600200"/>
            <a:ext cx="4038600" cy="4495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9F57CB7-675B-4698-8D92-5B267EEB63CA}"/>
              </a:ext>
            </a:extLst>
          </p:cNvPr>
          <p:cNvSpPr>
            <a:spLocks noGrp="1"/>
          </p:cNvSpPr>
          <p:nvPr>
            <p:ph sz="half" idx="2"/>
          </p:nvPr>
        </p:nvSpPr>
        <p:spPr>
          <a:xfrm>
            <a:off x="4648200" y="1600200"/>
            <a:ext cx="4038600" cy="4495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1955CC8-5EBC-458E-8C5D-D070E69C0264}"/>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9C6A3108-0ECF-4A30-BD2F-CA7BFEC12A37}"/>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E7526763-05F3-4C8B-9115-076FA2F083D6}"/>
              </a:ext>
            </a:extLst>
          </p:cNvPr>
          <p:cNvSpPr>
            <a:spLocks noGrp="1"/>
          </p:cNvSpPr>
          <p:nvPr>
            <p:ph type="sldNum" sz="quarter" idx="12"/>
          </p:nvPr>
        </p:nvSpPr>
        <p:spPr/>
        <p:txBody>
          <a:bodyPr/>
          <a:lstStyle>
            <a:lvl1pPr>
              <a:defRPr/>
            </a:lvl1pPr>
          </a:lstStyle>
          <a:p>
            <a:fld id="{517D98BD-9BD1-4C35-A21B-1ED64348ADE4}" type="slidenum">
              <a:rPr lang="en-US" altLang="zh-CN"/>
              <a:pPr/>
              <a:t>‹#›</a:t>
            </a:fld>
            <a:endParaRPr lang="en-US" altLang="zh-CN"/>
          </a:p>
        </p:txBody>
      </p:sp>
    </p:spTree>
    <p:extLst>
      <p:ext uri="{BB962C8B-B14F-4D97-AF65-F5344CB8AC3E}">
        <p14:creationId xmlns:p14="http://schemas.microsoft.com/office/powerpoint/2010/main" val="1109876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DFDC9F-D81B-46FA-874F-8540CF1767D7}"/>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6452E25-F72A-467E-BF59-8CC363E9FCD4}"/>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EA8400C1-1752-463F-99D8-00138D8DB6A9}"/>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FB09DCC-BCE4-4685-AF8A-0CA5936C4289}"/>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4CDF895-217E-4C48-B042-F5754146D55D}"/>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E8029EE-15B2-4290-B169-9833DB0BF350}"/>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203C87D4-08CE-4246-AD68-3A6A7F783047}"/>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A4FC54B7-7D18-4FB4-91E5-D08A5B6360E0}"/>
              </a:ext>
            </a:extLst>
          </p:cNvPr>
          <p:cNvSpPr>
            <a:spLocks noGrp="1"/>
          </p:cNvSpPr>
          <p:nvPr>
            <p:ph type="sldNum" sz="quarter" idx="12"/>
          </p:nvPr>
        </p:nvSpPr>
        <p:spPr/>
        <p:txBody>
          <a:bodyPr/>
          <a:lstStyle>
            <a:lvl1pPr>
              <a:defRPr/>
            </a:lvl1pPr>
          </a:lstStyle>
          <a:p>
            <a:fld id="{AB4CAA40-5036-4B7F-B1CD-5195694FD022}" type="slidenum">
              <a:rPr lang="en-US" altLang="zh-CN"/>
              <a:pPr/>
              <a:t>‹#›</a:t>
            </a:fld>
            <a:endParaRPr lang="en-US" altLang="zh-CN"/>
          </a:p>
        </p:txBody>
      </p:sp>
    </p:spTree>
    <p:extLst>
      <p:ext uri="{BB962C8B-B14F-4D97-AF65-F5344CB8AC3E}">
        <p14:creationId xmlns:p14="http://schemas.microsoft.com/office/powerpoint/2010/main" val="290291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42614D-B361-46EB-AE10-6076084D99C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EE3A070-725F-46A3-88A8-A81E0F0AF9CF}"/>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B413BDA8-2602-426C-A4A5-97022C9E0F27}"/>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F3A29C19-7EDF-4A07-93CB-9C8B733D4DBF}"/>
              </a:ext>
            </a:extLst>
          </p:cNvPr>
          <p:cNvSpPr>
            <a:spLocks noGrp="1"/>
          </p:cNvSpPr>
          <p:nvPr>
            <p:ph type="sldNum" sz="quarter" idx="12"/>
          </p:nvPr>
        </p:nvSpPr>
        <p:spPr/>
        <p:txBody>
          <a:bodyPr/>
          <a:lstStyle>
            <a:lvl1pPr>
              <a:defRPr/>
            </a:lvl1pPr>
          </a:lstStyle>
          <a:p>
            <a:fld id="{0376A6B1-234B-4052-9574-B7AAB71DDD01}" type="slidenum">
              <a:rPr lang="en-US" altLang="zh-CN"/>
              <a:pPr/>
              <a:t>‹#›</a:t>
            </a:fld>
            <a:endParaRPr lang="en-US" altLang="zh-CN"/>
          </a:p>
        </p:txBody>
      </p:sp>
    </p:spTree>
    <p:extLst>
      <p:ext uri="{BB962C8B-B14F-4D97-AF65-F5344CB8AC3E}">
        <p14:creationId xmlns:p14="http://schemas.microsoft.com/office/powerpoint/2010/main" val="2747701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05A42D4-B8CF-4F15-B0B9-3CC396C86C5E}"/>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D0972EFE-9AFE-4A48-B4A1-06DA14E7D0EB}"/>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36A7E66F-CAEB-4110-8DF2-2CBE8065CC05}"/>
              </a:ext>
            </a:extLst>
          </p:cNvPr>
          <p:cNvSpPr>
            <a:spLocks noGrp="1"/>
          </p:cNvSpPr>
          <p:nvPr>
            <p:ph type="sldNum" sz="quarter" idx="12"/>
          </p:nvPr>
        </p:nvSpPr>
        <p:spPr/>
        <p:txBody>
          <a:bodyPr/>
          <a:lstStyle>
            <a:lvl1pPr>
              <a:defRPr/>
            </a:lvl1pPr>
          </a:lstStyle>
          <a:p>
            <a:fld id="{979FB73F-66A4-49A8-9FED-A932D6048B32}" type="slidenum">
              <a:rPr lang="en-US" altLang="zh-CN"/>
              <a:pPr/>
              <a:t>‹#›</a:t>
            </a:fld>
            <a:endParaRPr lang="en-US" altLang="zh-CN"/>
          </a:p>
        </p:txBody>
      </p:sp>
    </p:spTree>
    <p:extLst>
      <p:ext uri="{BB962C8B-B14F-4D97-AF65-F5344CB8AC3E}">
        <p14:creationId xmlns:p14="http://schemas.microsoft.com/office/powerpoint/2010/main" val="2033128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7B449C-6EE9-4D66-9585-8854CB8B782A}"/>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432DCB6-F42B-411C-ACA5-BAC785E433FF}"/>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2A3624D-EAE1-45B1-982C-5BA6D9CE1C2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2D221C7-709D-402A-8B7D-7DAE7FF0AF80}"/>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51762D30-E69A-4FA6-98E6-F61C9D8B716D}"/>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FD815B99-C12E-40D6-ADD4-C8FE868093A8}"/>
              </a:ext>
            </a:extLst>
          </p:cNvPr>
          <p:cNvSpPr>
            <a:spLocks noGrp="1"/>
          </p:cNvSpPr>
          <p:nvPr>
            <p:ph type="sldNum" sz="quarter" idx="12"/>
          </p:nvPr>
        </p:nvSpPr>
        <p:spPr/>
        <p:txBody>
          <a:bodyPr/>
          <a:lstStyle>
            <a:lvl1pPr>
              <a:defRPr/>
            </a:lvl1pPr>
          </a:lstStyle>
          <a:p>
            <a:fld id="{1103158B-713A-4C8F-A9F8-1CB6E56F29C7}" type="slidenum">
              <a:rPr lang="en-US" altLang="zh-CN"/>
              <a:pPr/>
              <a:t>‹#›</a:t>
            </a:fld>
            <a:endParaRPr lang="en-US" altLang="zh-CN"/>
          </a:p>
        </p:txBody>
      </p:sp>
    </p:spTree>
    <p:extLst>
      <p:ext uri="{BB962C8B-B14F-4D97-AF65-F5344CB8AC3E}">
        <p14:creationId xmlns:p14="http://schemas.microsoft.com/office/powerpoint/2010/main" val="23281769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CD0B91-E94E-4730-AECD-B69113D0B50C}"/>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78A163F-28A1-4130-A3EB-8FD91BA4C97A}"/>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AD91BFA-DD66-4092-BEB6-F54192D7CF2D}"/>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0F2EFC7-A558-4903-AE69-1F772FAB30BC}"/>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31D9661D-30EC-4EC3-8047-B5F295559426}"/>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4FF3FA48-A5EE-4813-BED9-32DF7866B5A6}"/>
              </a:ext>
            </a:extLst>
          </p:cNvPr>
          <p:cNvSpPr>
            <a:spLocks noGrp="1"/>
          </p:cNvSpPr>
          <p:nvPr>
            <p:ph type="sldNum" sz="quarter" idx="12"/>
          </p:nvPr>
        </p:nvSpPr>
        <p:spPr/>
        <p:txBody>
          <a:bodyPr/>
          <a:lstStyle>
            <a:lvl1pPr>
              <a:defRPr/>
            </a:lvl1pPr>
          </a:lstStyle>
          <a:p>
            <a:fld id="{0A18F348-BD0E-40E9-9CCE-F3DB947C4A7A}" type="slidenum">
              <a:rPr lang="en-US" altLang="zh-CN"/>
              <a:pPr/>
              <a:t>‹#›</a:t>
            </a:fld>
            <a:endParaRPr lang="en-US" altLang="zh-CN"/>
          </a:p>
        </p:txBody>
      </p:sp>
    </p:spTree>
    <p:extLst>
      <p:ext uri="{BB962C8B-B14F-4D97-AF65-F5344CB8AC3E}">
        <p14:creationId xmlns:p14="http://schemas.microsoft.com/office/powerpoint/2010/main" val="489779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F97696-88A1-48CB-918C-0199F36EBA7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6312AAC-FD02-457E-ABAC-FE398029774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6492610-D8CF-4E94-A7B9-79548ECF2232}"/>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5ABE56B6-F3E1-407B-8FF5-7D5DB9DE9455}"/>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C60B370F-79BE-4F4E-99AF-7C6E869A01F2}"/>
              </a:ext>
            </a:extLst>
          </p:cNvPr>
          <p:cNvSpPr>
            <a:spLocks noGrp="1"/>
          </p:cNvSpPr>
          <p:nvPr>
            <p:ph type="sldNum" sz="quarter" idx="12"/>
          </p:nvPr>
        </p:nvSpPr>
        <p:spPr/>
        <p:txBody>
          <a:bodyPr/>
          <a:lstStyle>
            <a:lvl1pPr>
              <a:defRPr/>
            </a:lvl1pPr>
          </a:lstStyle>
          <a:p>
            <a:fld id="{FFACC130-BB80-4B36-A87C-B27501D57D0D}" type="slidenum">
              <a:rPr lang="en-US" altLang="zh-CN"/>
              <a:pPr/>
              <a:t>‹#›</a:t>
            </a:fld>
            <a:endParaRPr lang="en-US" altLang="zh-CN"/>
          </a:p>
        </p:txBody>
      </p:sp>
    </p:spTree>
    <p:extLst>
      <p:ext uri="{BB962C8B-B14F-4D97-AF65-F5344CB8AC3E}">
        <p14:creationId xmlns:p14="http://schemas.microsoft.com/office/powerpoint/2010/main" val="18399228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7CD55CF-D89D-48CB-AC6E-0443A600A351}"/>
              </a:ext>
            </a:extLst>
          </p:cNvPr>
          <p:cNvSpPr>
            <a:spLocks noGrp="1"/>
          </p:cNvSpPr>
          <p:nvPr>
            <p:ph type="title" orient="vert"/>
          </p:nvPr>
        </p:nvSpPr>
        <p:spPr>
          <a:xfrm>
            <a:off x="6629400" y="228600"/>
            <a:ext cx="2057400" cy="5867400"/>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5C11588-BFD5-4E74-8573-3F282B761791}"/>
              </a:ext>
            </a:extLst>
          </p:cNvPr>
          <p:cNvSpPr>
            <a:spLocks noGrp="1"/>
          </p:cNvSpPr>
          <p:nvPr>
            <p:ph type="body" orient="vert" idx="1"/>
          </p:nvPr>
        </p:nvSpPr>
        <p:spPr>
          <a:xfrm>
            <a:off x="457200" y="228600"/>
            <a:ext cx="6019800" cy="58674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6C0EAB3-7D16-4BDE-81D1-6BB03214E5B0}"/>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2FF571FA-F969-43C3-BE1C-6B8F9457D476}"/>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AB4C8BA8-5631-4EC0-AAB6-6083F61EAB0B}"/>
              </a:ext>
            </a:extLst>
          </p:cNvPr>
          <p:cNvSpPr>
            <a:spLocks noGrp="1"/>
          </p:cNvSpPr>
          <p:nvPr>
            <p:ph type="sldNum" sz="quarter" idx="12"/>
          </p:nvPr>
        </p:nvSpPr>
        <p:spPr/>
        <p:txBody>
          <a:bodyPr/>
          <a:lstStyle>
            <a:lvl1pPr>
              <a:defRPr/>
            </a:lvl1pPr>
          </a:lstStyle>
          <a:p>
            <a:fld id="{EA9F495E-9E49-421E-B5D1-6F831BBFAD2F}" type="slidenum">
              <a:rPr lang="en-US" altLang="zh-CN"/>
              <a:pPr/>
              <a:t>‹#›</a:t>
            </a:fld>
            <a:endParaRPr lang="en-US" altLang="zh-CN"/>
          </a:p>
        </p:txBody>
      </p:sp>
    </p:spTree>
    <p:extLst>
      <p:ext uri="{BB962C8B-B14F-4D97-AF65-F5344CB8AC3E}">
        <p14:creationId xmlns:p14="http://schemas.microsoft.com/office/powerpoint/2010/main" val="14083057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054B8-12E9-445C-8C3C-CFE72D3F484B}"/>
              </a:ext>
            </a:extLst>
          </p:cNvPr>
          <p:cNvSpPr>
            <a:spLocks noGrp="1"/>
          </p:cNvSpPr>
          <p:nvPr>
            <p:ph type="title"/>
          </p:nvPr>
        </p:nvSpPr>
        <p:spPr>
          <a:xfrm>
            <a:off x="457200" y="228600"/>
            <a:ext cx="8229600" cy="1143000"/>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155B6EE-F57B-4527-9DB7-A993B71B3DC9}"/>
              </a:ext>
            </a:extLst>
          </p:cNvPr>
          <p:cNvSpPr>
            <a:spLocks noGrp="1"/>
          </p:cNvSpPr>
          <p:nvPr>
            <p:ph type="body" sz="half" idx="1"/>
          </p:nvPr>
        </p:nvSpPr>
        <p:spPr>
          <a:xfrm>
            <a:off x="457200" y="1600200"/>
            <a:ext cx="4038600" cy="4495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092D294-2D51-4963-98DB-278987DFD091}"/>
              </a:ext>
            </a:extLst>
          </p:cNvPr>
          <p:cNvSpPr>
            <a:spLocks noGrp="1"/>
          </p:cNvSpPr>
          <p:nvPr>
            <p:ph sz="half" idx="2"/>
          </p:nvPr>
        </p:nvSpPr>
        <p:spPr>
          <a:xfrm>
            <a:off x="4648200" y="1600200"/>
            <a:ext cx="4038600" cy="4495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760C07C-0AC2-4E3D-9CE0-A141AE0A1E37}"/>
              </a:ext>
            </a:extLst>
          </p:cNvPr>
          <p:cNvSpPr>
            <a:spLocks noGrp="1"/>
          </p:cNvSpPr>
          <p:nvPr>
            <p:ph type="dt" sz="half" idx="10"/>
          </p:nvPr>
        </p:nvSpPr>
        <p:spPr>
          <a:xfrm>
            <a:off x="457200" y="6248400"/>
            <a:ext cx="2133600" cy="457200"/>
          </a:xfrm>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17F5F478-701D-4C25-BD07-B132EEDCAA47}"/>
              </a:ext>
            </a:extLst>
          </p:cNvPr>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3638F9DC-6903-4729-AAE5-B19C7560446A}"/>
              </a:ext>
            </a:extLst>
          </p:cNvPr>
          <p:cNvSpPr>
            <a:spLocks noGrp="1"/>
          </p:cNvSpPr>
          <p:nvPr>
            <p:ph type="sldNum" sz="quarter" idx="12"/>
          </p:nvPr>
        </p:nvSpPr>
        <p:spPr>
          <a:xfrm>
            <a:off x="6553200" y="6248400"/>
            <a:ext cx="2133600" cy="457200"/>
          </a:xfrm>
        </p:spPr>
        <p:txBody>
          <a:bodyPr/>
          <a:lstStyle>
            <a:lvl1pPr>
              <a:defRPr/>
            </a:lvl1pPr>
          </a:lstStyle>
          <a:p>
            <a:fld id="{BA5E2712-C56B-4DCF-A889-5E32AD285B72}" type="slidenum">
              <a:rPr lang="en-US" altLang="zh-CN"/>
              <a:pPr/>
              <a:t>‹#›</a:t>
            </a:fld>
            <a:endParaRPr lang="en-US" altLang="zh-CN"/>
          </a:p>
        </p:txBody>
      </p:sp>
    </p:spTree>
    <p:extLst>
      <p:ext uri="{BB962C8B-B14F-4D97-AF65-F5344CB8AC3E}">
        <p14:creationId xmlns:p14="http://schemas.microsoft.com/office/powerpoint/2010/main" val="18769069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EB715E-E694-4545-BB05-1614A655FB36}"/>
              </a:ext>
            </a:extLst>
          </p:cNvPr>
          <p:cNvSpPr>
            <a:spLocks noGrp="1"/>
          </p:cNvSpPr>
          <p:nvPr>
            <p:ph type="title"/>
          </p:nvPr>
        </p:nvSpPr>
        <p:spPr>
          <a:xfrm>
            <a:off x="457200" y="228600"/>
            <a:ext cx="8229600" cy="1143000"/>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1E0456B-15C8-4B9C-A116-D3F187C2C6D8}"/>
              </a:ext>
            </a:extLst>
          </p:cNvPr>
          <p:cNvSpPr>
            <a:spLocks noGrp="1"/>
          </p:cNvSpPr>
          <p:nvPr>
            <p:ph type="body" sz="half" idx="1"/>
          </p:nvPr>
        </p:nvSpPr>
        <p:spPr>
          <a:xfrm>
            <a:off x="457200" y="1600200"/>
            <a:ext cx="4038600" cy="4495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112BEAA-0519-4128-96FA-78877F9E5C61}"/>
              </a:ext>
            </a:extLst>
          </p:cNvPr>
          <p:cNvSpPr>
            <a:spLocks noGrp="1"/>
          </p:cNvSpPr>
          <p:nvPr>
            <p:ph sz="quarter" idx="2"/>
          </p:nvPr>
        </p:nvSpPr>
        <p:spPr>
          <a:xfrm>
            <a:off x="4648200" y="1600200"/>
            <a:ext cx="4038600" cy="21717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内容占位符 4">
            <a:extLst>
              <a:ext uri="{FF2B5EF4-FFF2-40B4-BE49-F238E27FC236}">
                <a16:creationId xmlns:a16="http://schemas.microsoft.com/office/drawing/2014/main" id="{A2AA3522-DD65-4C4F-BDA5-32C7BABEFE43}"/>
              </a:ext>
            </a:extLst>
          </p:cNvPr>
          <p:cNvSpPr>
            <a:spLocks noGrp="1"/>
          </p:cNvSpPr>
          <p:nvPr>
            <p:ph sz="quarter" idx="3"/>
          </p:nvPr>
        </p:nvSpPr>
        <p:spPr>
          <a:xfrm>
            <a:off x="4648200" y="3924300"/>
            <a:ext cx="4038600" cy="21717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日期占位符 5">
            <a:extLst>
              <a:ext uri="{FF2B5EF4-FFF2-40B4-BE49-F238E27FC236}">
                <a16:creationId xmlns:a16="http://schemas.microsoft.com/office/drawing/2014/main" id="{19C21DFC-C98D-409A-A900-8D398CDF6ECA}"/>
              </a:ext>
            </a:extLst>
          </p:cNvPr>
          <p:cNvSpPr>
            <a:spLocks noGrp="1"/>
          </p:cNvSpPr>
          <p:nvPr>
            <p:ph type="dt" sz="half" idx="10"/>
          </p:nvPr>
        </p:nvSpPr>
        <p:spPr>
          <a:xfrm>
            <a:off x="457200" y="6248400"/>
            <a:ext cx="2133600" cy="457200"/>
          </a:xfrm>
        </p:spPr>
        <p:txBody>
          <a:bodyPr/>
          <a:lstStyle>
            <a:lvl1pPr>
              <a:defRPr/>
            </a:lvl1pPr>
          </a:lstStyle>
          <a:p>
            <a:endParaRPr lang="en-US" altLang="zh-CN"/>
          </a:p>
        </p:txBody>
      </p:sp>
      <p:sp>
        <p:nvSpPr>
          <p:cNvPr id="7" name="页脚占位符 6">
            <a:extLst>
              <a:ext uri="{FF2B5EF4-FFF2-40B4-BE49-F238E27FC236}">
                <a16:creationId xmlns:a16="http://schemas.microsoft.com/office/drawing/2014/main" id="{50D7A062-E409-484D-BDF8-B46CDA2EE010}"/>
              </a:ext>
            </a:extLst>
          </p:cNvPr>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8" name="灯片编号占位符 7">
            <a:extLst>
              <a:ext uri="{FF2B5EF4-FFF2-40B4-BE49-F238E27FC236}">
                <a16:creationId xmlns:a16="http://schemas.microsoft.com/office/drawing/2014/main" id="{85FC0148-5BE1-411F-8FB9-9B7FAFFD90EB}"/>
              </a:ext>
            </a:extLst>
          </p:cNvPr>
          <p:cNvSpPr>
            <a:spLocks noGrp="1"/>
          </p:cNvSpPr>
          <p:nvPr>
            <p:ph type="sldNum" sz="quarter" idx="12"/>
          </p:nvPr>
        </p:nvSpPr>
        <p:spPr>
          <a:xfrm>
            <a:off x="6553200" y="6248400"/>
            <a:ext cx="2133600" cy="457200"/>
          </a:xfrm>
        </p:spPr>
        <p:txBody>
          <a:bodyPr/>
          <a:lstStyle>
            <a:lvl1pPr>
              <a:defRPr/>
            </a:lvl1pPr>
          </a:lstStyle>
          <a:p>
            <a:fld id="{E7CC1466-9BA9-470B-8528-99CB74709ED4}" type="slidenum">
              <a:rPr lang="en-US" altLang="zh-CN"/>
              <a:pPr/>
              <a:t>‹#›</a:t>
            </a:fld>
            <a:endParaRPr lang="en-US" altLang="zh-CN"/>
          </a:p>
        </p:txBody>
      </p:sp>
    </p:spTree>
    <p:extLst>
      <p:ext uri="{BB962C8B-B14F-4D97-AF65-F5344CB8AC3E}">
        <p14:creationId xmlns:p14="http://schemas.microsoft.com/office/powerpoint/2010/main" val="739821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amma/>
                <a:shade val="46275"/>
                <a:invGamma/>
              </a:schemeClr>
            </a:gs>
            <a:gs pos="100000">
              <a:schemeClr val="bg1"/>
            </a:gs>
          </a:gsLst>
          <a:lin ang="5400000" scaled="1"/>
        </a:gradFill>
        <a:effectLst/>
      </p:bgPr>
    </p:bg>
    <p:spTree>
      <p:nvGrpSpPr>
        <p:cNvPr id="1" name=""/>
        <p:cNvGrpSpPr/>
        <p:nvPr/>
      </p:nvGrpSpPr>
      <p:grpSpPr>
        <a:xfrm>
          <a:off x="0" y="0"/>
          <a:ext cx="0" cy="0"/>
          <a:chOff x="0" y="0"/>
          <a:chExt cx="0" cy="0"/>
        </a:xfrm>
      </p:grpSpPr>
      <p:grpSp>
        <p:nvGrpSpPr>
          <p:cNvPr id="72706" name="Group 2">
            <a:extLst>
              <a:ext uri="{FF2B5EF4-FFF2-40B4-BE49-F238E27FC236}">
                <a16:creationId xmlns:a16="http://schemas.microsoft.com/office/drawing/2014/main" id="{E5ABD334-CAD9-4F15-AD34-BEBD8FCFF396}"/>
              </a:ext>
            </a:extLst>
          </p:cNvPr>
          <p:cNvGrpSpPr>
            <a:grpSpLocks/>
          </p:cNvGrpSpPr>
          <p:nvPr/>
        </p:nvGrpSpPr>
        <p:grpSpPr bwMode="auto">
          <a:xfrm>
            <a:off x="0" y="0"/>
            <a:ext cx="9144000" cy="6858000"/>
            <a:chOff x="0" y="0"/>
            <a:chExt cx="5760" cy="4320"/>
          </a:xfrm>
        </p:grpSpPr>
        <p:sp>
          <p:nvSpPr>
            <p:cNvPr id="72707" name="Freeform 3">
              <a:extLst>
                <a:ext uri="{FF2B5EF4-FFF2-40B4-BE49-F238E27FC236}">
                  <a16:creationId xmlns:a16="http://schemas.microsoft.com/office/drawing/2014/main" id="{A95077E0-1C4D-490E-9A47-ADBDECC31862}"/>
                </a:ext>
              </a:extLst>
            </p:cNvPr>
            <p:cNvSpPr>
              <a:spLocks/>
            </p:cNvSpPr>
            <p:nvPr/>
          </p:nvSpPr>
          <p:spPr bwMode="hidden">
            <a:xfrm>
              <a:off x="0" y="3072"/>
              <a:ext cx="5760" cy="1248"/>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08" name="Freeform 4">
              <a:extLst>
                <a:ext uri="{FF2B5EF4-FFF2-40B4-BE49-F238E27FC236}">
                  <a16:creationId xmlns:a16="http://schemas.microsoft.com/office/drawing/2014/main" id="{C3034629-8635-4695-86C4-20E1007316A8}"/>
                </a:ext>
              </a:extLst>
            </p:cNvPr>
            <p:cNvSpPr>
              <a:spLocks/>
            </p:cNvSpPr>
            <p:nvPr/>
          </p:nvSpPr>
          <p:spPr bwMode="hidden">
            <a:xfrm>
              <a:off x="0" y="0"/>
              <a:ext cx="5760" cy="3072"/>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amma/>
                    <a:shade val="46275"/>
                    <a:invGamma/>
                  </a:schemeClr>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72709" name="Freeform 5">
            <a:extLst>
              <a:ext uri="{FF2B5EF4-FFF2-40B4-BE49-F238E27FC236}">
                <a16:creationId xmlns:a16="http://schemas.microsoft.com/office/drawing/2014/main" id="{ACF9846C-983F-48F4-BFCB-653DDA15ABE6}"/>
              </a:ext>
            </a:extLst>
          </p:cNvPr>
          <p:cNvSpPr>
            <a:spLocks/>
          </p:cNvSpPr>
          <p:nvPr/>
        </p:nvSpPr>
        <p:spPr bwMode="hidden">
          <a:xfrm>
            <a:off x="6248400" y="6262688"/>
            <a:ext cx="2895600" cy="609600"/>
          </a:xfrm>
          <a:custGeom>
            <a:avLst/>
            <a:gdLst>
              <a:gd name="T0" fmla="*/ 5748 w 5748"/>
              <a:gd name="T1" fmla="*/ 246 h 246"/>
              <a:gd name="T2" fmla="*/ 0 w 5748"/>
              <a:gd name="T3" fmla="*/ 246 h 246"/>
              <a:gd name="T4" fmla="*/ 0 w 5748"/>
              <a:gd name="T5" fmla="*/ 0 h 246"/>
              <a:gd name="T6" fmla="*/ 5748 w 5748"/>
              <a:gd name="T7" fmla="*/ 0 h 246"/>
              <a:gd name="T8" fmla="*/ 5748 w 5748"/>
              <a:gd name="T9" fmla="*/ 246 h 246"/>
              <a:gd name="T10" fmla="*/ 5748 w 5748"/>
              <a:gd name="T11" fmla="*/ 246 h 246"/>
            </a:gdLst>
            <a:ahLst/>
            <a:cxnLst>
              <a:cxn ang="0">
                <a:pos x="T0" y="T1"/>
              </a:cxn>
              <a:cxn ang="0">
                <a:pos x="T2" y="T3"/>
              </a:cxn>
              <a:cxn ang="0">
                <a:pos x="T4" y="T5"/>
              </a:cxn>
              <a:cxn ang="0">
                <a:pos x="T6" y="T7"/>
              </a:cxn>
              <a:cxn ang="0">
                <a:pos x="T8" y="T9"/>
              </a:cxn>
              <a:cxn ang="0">
                <a:pos x="T10" y="T11"/>
              </a:cxn>
            </a:cxnLst>
            <a:rect l="0" t="0" r="r" b="b"/>
            <a:pathLst>
              <a:path w="5748" h="246">
                <a:moveTo>
                  <a:pt x="5748" y="246"/>
                </a:moveTo>
                <a:lnTo>
                  <a:pt x="0" y="246"/>
                </a:lnTo>
                <a:lnTo>
                  <a:pt x="0" y="0"/>
                </a:lnTo>
                <a:lnTo>
                  <a:pt x="5748" y="0"/>
                </a:lnTo>
                <a:lnTo>
                  <a:pt x="5748" y="246"/>
                </a:lnTo>
                <a:lnTo>
                  <a:pt x="5748" y="246"/>
                </a:lnTo>
                <a:close/>
              </a:path>
            </a:pathLst>
          </a:cu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72710" name="Group 6">
            <a:extLst>
              <a:ext uri="{FF2B5EF4-FFF2-40B4-BE49-F238E27FC236}">
                <a16:creationId xmlns:a16="http://schemas.microsoft.com/office/drawing/2014/main" id="{CFFA391E-3085-4426-A0C0-968811339CE2}"/>
              </a:ext>
            </a:extLst>
          </p:cNvPr>
          <p:cNvGrpSpPr>
            <a:grpSpLocks/>
          </p:cNvGrpSpPr>
          <p:nvPr/>
        </p:nvGrpSpPr>
        <p:grpSpPr bwMode="auto">
          <a:xfrm>
            <a:off x="0" y="6019800"/>
            <a:ext cx="7848600" cy="857250"/>
            <a:chOff x="0" y="3792"/>
            <a:chExt cx="4944" cy="540"/>
          </a:xfrm>
        </p:grpSpPr>
        <p:sp>
          <p:nvSpPr>
            <p:cNvPr id="72711" name="Freeform 7">
              <a:extLst>
                <a:ext uri="{FF2B5EF4-FFF2-40B4-BE49-F238E27FC236}">
                  <a16:creationId xmlns:a16="http://schemas.microsoft.com/office/drawing/2014/main" id="{1BA74574-9902-4742-B7A9-36FAC86424BF}"/>
                </a:ext>
              </a:extLst>
            </p:cNvPr>
            <p:cNvSpPr>
              <a:spLocks/>
            </p:cNvSpPr>
            <p:nvPr userDrawn="1"/>
          </p:nvSpPr>
          <p:spPr bwMode="ltGray">
            <a:xfrm>
              <a:off x="1488" y="3792"/>
              <a:ext cx="3240" cy="536"/>
            </a:xfrm>
            <a:custGeom>
              <a:avLst/>
              <a:gdLst>
                <a:gd name="T0" fmla="*/ 3132 w 3240"/>
                <a:gd name="T1" fmla="*/ 469 h 536"/>
                <a:gd name="T2" fmla="*/ 2995 w 3240"/>
                <a:gd name="T3" fmla="*/ 395 h 536"/>
                <a:gd name="T4" fmla="*/ 2911 w 3240"/>
                <a:gd name="T5" fmla="*/ 375 h 536"/>
                <a:gd name="T6" fmla="*/ 2678 w 3240"/>
                <a:gd name="T7" fmla="*/ 228 h 536"/>
                <a:gd name="T8" fmla="*/ 2553 w 3240"/>
                <a:gd name="T9" fmla="*/ 74 h 536"/>
                <a:gd name="T10" fmla="*/ 2457 w 3240"/>
                <a:gd name="T11" fmla="*/ 7 h 536"/>
                <a:gd name="T12" fmla="*/ 2403 w 3240"/>
                <a:gd name="T13" fmla="*/ 47 h 536"/>
                <a:gd name="T14" fmla="*/ 2289 w 3240"/>
                <a:gd name="T15" fmla="*/ 74 h 536"/>
                <a:gd name="T16" fmla="*/ 2134 w 3240"/>
                <a:gd name="T17" fmla="*/ 74 h 536"/>
                <a:gd name="T18" fmla="*/ 2044 w 3240"/>
                <a:gd name="T19" fmla="*/ 128 h 536"/>
                <a:gd name="T20" fmla="*/ 1775 w 3240"/>
                <a:gd name="T21" fmla="*/ 222 h 536"/>
                <a:gd name="T22" fmla="*/ 1602 w 3240"/>
                <a:gd name="T23" fmla="*/ 181 h 536"/>
                <a:gd name="T24" fmla="*/ 1560 w 3240"/>
                <a:gd name="T25" fmla="*/ 101 h 536"/>
                <a:gd name="T26" fmla="*/ 1542 w 3240"/>
                <a:gd name="T27" fmla="*/ 87 h 536"/>
                <a:gd name="T28" fmla="*/ 1446 w 3240"/>
                <a:gd name="T29" fmla="*/ 60 h 536"/>
                <a:gd name="T30" fmla="*/ 1375 w 3240"/>
                <a:gd name="T31" fmla="*/ 74 h 536"/>
                <a:gd name="T32" fmla="*/ 1309 w 3240"/>
                <a:gd name="T33" fmla="*/ 87 h 536"/>
                <a:gd name="T34" fmla="*/ 1243 w 3240"/>
                <a:gd name="T35" fmla="*/ 13 h 536"/>
                <a:gd name="T36" fmla="*/ 1225 w 3240"/>
                <a:gd name="T37" fmla="*/ 0 h 536"/>
                <a:gd name="T38" fmla="*/ 1189 w 3240"/>
                <a:gd name="T39" fmla="*/ 0 h 536"/>
                <a:gd name="T40" fmla="*/ 1106 w 3240"/>
                <a:gd name="T41" fmla="*/ 34 h 536"/>
                <a:gd name="T42" fmla="*/ 1106 w 3240"/>
                <a:gd name="T43" fmla="*/ 34 h 536"/>
                <a:gd name="T44" fmla="*/ 1094 w 3240"/>
                <a:gd name="T45" fmla="*/ 40 h 536"/>
                <a:gd name="T46" fmla="*/ 1070 w 3240"/>
                <a:gd name="T47" fmla="*/ 54 h 536"/>
                <a:gd name="T48" fmla="*/ 1034 w 3240"/>
                <a:gd name="T49" fmla="*/ 74 h 536"/>
                <a:gd name="T50" fmla="*/ 1004 w 3240"/>
                <a:gd name="T51" fmla="*/ 74 h 536"/>
                <a:gd name="T52" fmla="*/ 986 w 3240"/>
                <a:gd name="T53" fmla="*/ 74 h 536"/>
                <a:gd name="T54" fmla="*/ 956 w 3240"/>
                <a:gd name="T55" fmla="*/ 81 h 536"/>
                <a:gd name="T56" fmla="*/ 920 w 3240"/>
                <a:gd name="T57" fmla="*/ 94 h 536"/>
                <a:gd name="T58" fmla="*/ 884 w 3240"/>
                <a:gd name="T59" fmla="*/ 107 h 536"/>
                <a:gd name="T60" fmla="*/ 843 w 3240"/>
                <a:gd name="T61" fmla="*/ 128 h 536"/>
                <a:gd name="T62" fmla="*/ 813 w 3240"/>
                <a:gd name="T63" fmla="*/ 141 h 536"/>
                <a:gd name="T64" fmla="*/ 789 w 3240"/>
                <a:gd name="T65" fmla="*/ 148 h 536"/>
                <a:gd name="T66" fmla="*/ 783 w 3240"/>
                <a:gd name="T67" fmla="*/ 154 h 536"/>
                <a:gd name="T68" fmla="*/ 556 w 3240"/>
                <a:gd name="T69" fmla="*/ 228 h 536"/>
                <a:gd name="T70" fmla="*/ 394 w 3240"/>
                <a:gd name="T71" fmla="*/ 294 h 536"/>
                <a:gd name="T72" fmla="*/ 107 w 3240"/>
                <a:gd name="T73" fmla="*/ 462 h 536"/>
                <a:gd name="T74" fmla="*/ 0 w 3240"/>
                <a:gd name="T75" fmla="*/ 536 h 536"/>
                <a:gd name="T76" fmla="*/ 3240 w 3240"/>
                <a:gd name="T77" fmla="*/ 536 h 536"/>
                <a:gd name="T78" fmla="*/ 3132 w 3240"/>
                <a:gd name="T79" fmla="*/ 469 h 536"/>
                <a:gd name="T80" fmla="*/ 3132 w 3240"/>
                <a:gd name="T81" fmla="*/ 469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40" h="536">
                  <a:moveTo>
                    <a:pt x="3132" y="469"/>
                  </a:moveTo>
                  <a:lnTo>
                    <a:pt x="2995" y="395"/>
                  </a:lnTo>
                  <a:lnTo>
                    <a:pt x="2911" y="375"/>
                  </a:lnTo>
                  <a:lnTo>
                    <a:pt x="2678" y="228"/>
                  </a:lnTo>
                  <a:lnTo>
                    <a:pt x="2553" y="74"/>
                  </a:lnTo>
                  <a:lnTo>
                    <a:pt x="2457" y="7"/>
                  </a:lnTo>
                  <a:lnTo>
                    <a:pt x="2403" y="47"/>
                  </a:lnTo>
                  <a:lnTo>
                    <a:pt x="2289" y="74"/>
                  </a:lnTo>
                  <a:lnTo>
                    <a:pt x="2134" y="74"/>
                  </a:lnTo>
                  <a:lnTo>
                    <a:pt x="2044" y="128"/>
                  </a:lnTo>
                  <a:lnTo>
                    <a:pt x="1775" y="222"/>
                  </a:lnTo>
                  <a:lnTo>
                    <a:pt x="1602" y="181"/>
                  </a:lnTo>
                  <a:lnTo>
                    <a:pt x="1560" y="101"/>
                  </a:lnTo>
                  <a:lnTo>
                    <a:pt x="1542" y="87"/>
                  </a:lnTo>
                  <a:lnTo>
                    <a:pt x="1446" y="60"/>
                  </a:lnTo>
                  <a:lnTo>
                    <a:pt x="1375" y="74"/>
                  </a:lnTo>
                  <a:lnTo>
                    <a:pt x="1309" y="87"/>
                  </a:lnTo>
                  <a:lnTo>
                    <a:pt x="1243" y="13"/>
                  </a:lnTo>
                  <a:lnTo>
                    <a:pt x="1225" y="0"/>
                  </a:lnTo>
                  <a:lnTo>
                    <a:pt x="1189" y="0"/>
                  </a:lnTo>
                  <a:lnTo>
                    <a:pt x="1106" y="34"/>
                  </a:lnTo>
                  <a:lnTo>
                    <a:pt x="1106" y="34"/>
                  </a:lnTo>
                  <a:lnTo>
                    <a:pt x="1094" y="40"/>
                  </a:lnTo>
                  <a:lnTo>
                    <a:pt x="1070" y="54"/>
                  </a:lnTo>
                  <a:lnTo>
                    <a:pt x="1034" y="74"/>
                  </a:lnTo>
                  <a:lnTo>
                    <a:pt x="1004" y="74"/>
                  </a:lnTo>
                  <a:lnTo>
                    <a:pt x="986" y="74"/>
                  </a:lnTo>
                  <a:lnTo>
                    <a:pt x="956" y="81"/>
                  </a:lnTo>
                  <a:lnTo>
                    <a:pt x="920" y="94"/>
                  </a:lnTo>
                  <a:lnTo>
                    <a:pt x="884" y="107"/>
                  </a:lnTo>
                  <a:lnTo>
                    <a:pt x="843" y="128"/>
                  </a:lnTo>
                  <a:lnTo>
                    <a:pt x="813" y="141"/>
                  </a:lnTo>
                  <a:lnTo>
                    <a:pt x="789" y="148"/>
                  </a:lnTo>
                  <a:lnTo>
                    <a:pt x="783" y="154"/>
                  </a:lnTo>
                  <a:lnTo>
                    <a:pt x="556" y="228"/>
                  </a:lnTo>
                  <a:lnTo>
                    <a:pt x="394" y="294"/>
                  </a:lnTo>
                  <a:lnTo>
                    <a:pt x="107" y="462"/>
                  </a:lnTo>
                  <a:lnTo>
                    <a:pt x="0" y="536"/>
                  </a:lnTo>
                  <a:lnTo>
                    <a:pt x="3240" y="536"/>
                  </a:lnTo>
                  <a:lnTo>
                    <a:pt x="3132" y="469"/>
                  </a:lnTo>
                  <a:lnTo>
                    <a:pt x="3132" y="469"/>
                  </a:lnTo>
                  <a:close/>
                </a:path>
              </a:pathLst>
            </a:custGeom>
            <a:gradFill rotWithShape="0">
              <a:gsLst>
                <a:gs pos="0">
                  <a:schemeClr val="bg2">
                    <a:gamma/>
                    <a:tint val="66667"/>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72712" name="Group 8">
              <a:extLst>
                <a:ext uri="{FF2B5EF4-FFF2-40B4-BE49-F238E27FC236}">
                  <a16:creationId xmlns:a16="http://schemas.microsoft.com/office/drawing/2014/main" id="{546715C0-1956-4C0D-9291-76C53A7962DA}"/>
                </a:ext>
              </a:extLst>
            </p:cNvPr>
            <p:cNvGrpSpPr>
              <a:grpSpLocks/>
            </p:cNvGrpSpPr>
            <p:nvPr userDrawn="1"/>
          </p:nvGrpSpPr>
          <p:grpSpPr bwMode="auto">
            <a:xfrm>
              <a:off x="2486" y="3792"/>
              <a:ext cx="2458" cy="540"/>
              <a:chOff x="2486" y="3792"/>
              <a:chExt cx="2458" cy="540"/>
            </a:xfrm>
          </p:grpSpPr>
          <p:sp>
            <p:nvSpPr>
              <p:cNvPr id="72713" name="Freeform 9">
                <a:extLst>
                  <a:ext uri="{FF2B5EF4-FFF2-40B4-BE49-F238E27FC236}">
                    <a16:creationId xmlns:a16="http://schemas.microsoft.com/office/drawing/2014/main" id="{43B73B82-75A8-4DEF-9737-31161F17B8EC}"/>
                  </a:ext>
                </a:extLst>
              </p:cNvPr>
              <p:cNvSpPr>
                <a:spLocks/>
              </p:cNvSpPr>
              <p:nvPr userDrawn="1"/>
            </p:nvSpPr>
            <p:spPr bwMode="ltGray">
              <a:xfrm>
                <a:off x="3948" y="3799"/>
                <a:ext cx="996" cy="533"/>
              </a:xfrm>
              <a:custGeom>
                <a:avLst/>
                <a:gdLst>
                  <a:gd name="T0" fmla="*/ 636 w 996"/>
                  <a:gd name="T1" fmla="*/ 373 h 533"/>
                  <a:gd name="T2" fmla="*/ 495 w 996"/>
                  <a:gd name="T3" fmla="*/ 370 h 533"/>
                  <a:gd name="T4" fmla="*/ 280 w 996"/>
                  <a:gd name="T5" fmla="*/ 249 h 533"/>
                  <a:gd name="T6" fmla="*/ 127 w 996"/>
                  <a:gd name="T7" fmla="*/ 66 h 533"/>
                  <a:gd name="T8" fmla="*/ 0 w 996"/>
                  <a:gd name="T9" fmla="*/ 0 h 533"/>
                  <a:gd name="T10" fmla="*/ 22 w 996"/>
                  <a:gd name="T11" fmla="*/ 26 h 533"/>
                  <a:gd name="T12" fmla="*/ 0 w 996"/>
                  <a:gd name="T13" fmla="*/ 65 h 533"/>
                  <a:gd name="T14" fmla="*/ 30 w 996"/>
                  <a:gd name="T15" fmla="*/ 119 h 533"/>
                  <a:gd name="T16" fmla="*/ 75 w 996"/>
                  <a:gd name="T17" fmla="*/ 243 h 533"/>
                  <a:gd name="T18" fmla="*/ 45 w 996"/>
                  <a:gd name="T19" fmla="*/ 422 h 533"/>
                  <a:gd name="T20" fmla="*/ 200 w 996"/>
                  <a:gd name="T21" fmla="*/ 329 h 533"/>
                  <a:gd name="T22" fmla="*/ 612 w 996"/>
                  <a:gd name="T23" fmla="*/ 533 h 533"/>
                  <a:gd name="T24" fmla="*/ 996 w 996"/>
                  <a:gd name="T25" fmla="*/ 529 h 533"/>
                  <a:gd name="T26" fmla="*/ 828 w 996"/>
                  <a:gd name="T27" fmla="*/ 473 h 533"/>
                  <a:gd name="T28" fmla="*/ 636 w 996"/>
                  <a:gd name="T29" fmla="*/ 373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6" h="533">
                    <a:moveTo>
                      <a:pt x="636" y="373"/>
                    </a:moveTo>
                    <a:lnTo>
                      <a:pt x="495" y="370"/>
                    </a:lnTo>
                    <a:lnTo>
                      <a:pt x="280" y="249"/>
                    </a:lnTo>
                    <a:lnTo>
                      <a:pt x="127" y="66"/>
                    </a:lnTo>
                    <a:lnTo>
                      <a:pt x="0" y="0"/>
                    </a:lnTo>
                    <a:lnTo>
                      <a:pt x="22" y="26"/>
                    </a:lnTo>
                    <a:lnTo>
                      <a:pt x="0" y="65"/>
                    </a:lnTo>
                    <a:lnTo>
                      <a:pt x="30" y="119"/>
                    </a:lnTo>
                    <a:lnTo>
                      <a:pt x="75" y="243"/>
                    </a:lnTo>
                    <a:lnTo>
                      <a:pt x="45" y="422"/>
                    </a:lnTo>
                    <a:lnTo>
                      <a:pt x="200" y="329"/>
                    </a:lnTo>
                    <a:lnTo>
                      <a:pt x="612" y="533"/>
                    </a:lnTo>
                    <a:lnTo>
                      <a:pt x="996" y="529"/>
                    </a:lnTo>
                    <a:lnTo>
                      <a:pt x="828" y="473"/>
                    </a:lnTo>
                    <a:lnTo>
                      <a:pt x="636" y="373"/>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14" name="Freeform 10">
                <a:extLst>
                  <a:ext uri="{FF2B5EF4-FFF2-40B4-BE49-F238E27FC236}">
                    <a16:creationId xmlns:a16="http://schemas.microsoft.com/office/drawing/2014/main" id="{423B7207-71FC-4FED-93C1-E408153D255A}"/>
                  </a:ext>
                </a:extLst>
              </p:cNvPr>
              <p:cNvSpPr>
                <a:spLocks/>
              </p:cNvSpPr>
              <p:nvPr userDrawn="1"/>
            </p:nvSpPr>
            <p:spPr bwMode="ltGray">
              <a:xfrm>
                <a:off x="2677" y="3792"/>
                <a:ext cx="186" cy="395"/>
              </a:xfrm>
              <a:custGeom>
                <a:avLst/>
                <a:gdLst>
                  <a:gd name="T0" fmla="*/ 36 w 186"/>
                  <a:gd name="T1" fmla="*/ 0 h 353"/>
                  <a:gd name="T2" fmla="*/ 54 w 186"/>
                  <a:gd name="T3" fmla="*/ 18 h 353"/>
                  <a:gd name="T4" fmla="*/ 24 w 186"/>
                  <a:gd name="T5" fmla="*/ 30 h 353"/>
                  <a:gd name="T6" fmla="*/ 18 w 186"/>
                  <a:gd name="T7" fmla="*/ 66 h 353"/>
                  <a:gd name="T8" fmla="*/ 42 w 186"/>
                  <a:gd name="T9" fmla="*/ 114 h 353"/>
                  <a:gd name="T10" fmla="*/ 48 w 186"/>
                  <a:gd name="T11" fmla="*/ 162 h 353"/>
                  <a:gd name="T12" fmla="*/ 0 w 186"/>
                  <a:gd name="T13" fmla="*/ 353 h 353"/>
                  <a:gd name="T14" fmla="*/ 54 w 186"/>
                  <a:gd name="T15" fmla="*/ 233 h 353"/>
                  <a:gd name="T16" fmla="*/ 84 w 186"/>
                  <a:gd name="T17" fmla="*/ 216 h 353"/>
                  <a:gd name="T18" fmla="*/ 126 w 186"/>
                  <a:gd name="T19" fmla="*/ 126 h 353"/>
                  <a:gd name="T20" fmla="*/ 144 w 186"/>
                  <a:gd name="T21" fmla="*/ 120 h 353"/>
                  <a:gd name="T22" fmla="*/ 144 w 186"/>
                  <a:gd name="T23" fmla="*/ 90 h 353"/>
                  <a:gd name="T24" fmla="*/ 186 w 186"/>
                  <a:gd name="T25" fmla="*/ 66 h 353"/>
                  <a:gd name="T26" fmla="*/ 162 w 186"/>
                  <a:gd name="T27" fmla="*/ 60 h 353"/>
                  <a:gd name="T28" fmla="*/ 36 w 186"/>
                  <a:gd name="T29" fmla="*/ 0 h 353"/>
                  <a:gd name="T30" fmla="*/ 36 w 186"/>
                  <a:gd name="T31"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6" h="353">
                    <a:moveTo>
                      <a:pt x="36" y="0"/>
                    </a:moveTo>
                    <a:lnTo>
                      <a:pt x="54" y="18"/>
                    </a:lnTo>
                    <a:lnTo>
                      <a:pt x="24" y="30"/>
                    </a:lnTo>
                    <a:lnTo>
                      <a:pt x="18" y="66"/>
                    </a:lnTo>
                    <a:lnTo>
                      <a:pt x="42" y="114"/>
                    </a:lnTo>
                    <a:lnTo>
                      <a:pt x="48" y="162"/>
                    </a:lnTo>
                    <a:lnTo>
                      <a:pt x="0" y="353"/>
                    </a:lnTo>
                    <a:lnTo>
                      <a:pt x="54" y="233"/>
                    </a:lnTo>
                    <a:lnTo>
                      <a:pt x="84" y="216"/>
                    </a:lnTo>
                    <a:lnTo>
                      <a:pt x="126" y="126"/>
                    </a:lnTo>
                    <a:lnTo>
                      <a:pt x="144" y="120"/>
                    </a:lnTo>
                    <a:lnTo>
                      <a:pt x="144" y="90"/>
                    </a:lnTo>
                    <a:lnTo>
                      <a:pt x="186" y="66"/>
                    </a:lnTo>
                    <a:lnTo>
                      <a:pt x="162" y="60"/>
                    </a:lnTo>
                    <a:lnTo>
                      <a:pt x="36" y="0"/>
                    </a:lnTo>
                    <a:lnTo>
                      <a:pt x="3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15" name="Freeform 11">
                <a:extLst>
                  <a:ext uri="{FF2B5EF4-FFF2-40B4-BE49-F238E27FC236}">
                    <a16:creationId xmlns:a16="http://schemas.microsoft.com/office/drawing/2014/main" id="{A263B072-1942-4EC1-8B11-B06736A42D88}"/>
                  </a:ext>
                </a:extLst>
              </p:cNvPr>
              <p:cNvSpPr>
                <a:spLocks/>
              </p:cNvSpPr>
              <p:nvPr userDrawn="1"/>
            </p:nvSpPr>
            <p:spPr bwMode="ltGray">
              <a:xfrm>
                <a:off x="3030" y="3893"/>
                <a:ext cx="378" cy="271"/>
              </a:xfrm>
              <a:custGeom>
                <a:avLst/>
                <a:gdLst>
                  <a:gd name="T0" fmla="*/ 18 w 378"/>
                  <a:gd name="T1" fmla="*/ 0 h 271"/>
                  <a:gd name="T2" fmla="*/ 12 w 378"/>
                  <a:gd name="T3" fmla="*/ 13 h 271"/>
                  <a:gd name="T4" fmla="*/ 0 w 378"/>
                  <a:gd name="T5" fmla="*/ 40 h 271"/>
                  <a:gd name="T6" fmla="*/ 60 w 378"/>
                  <a:gd name="T7" fmla="*/ 121 h 271"/>
                  <a:gd name="T8" fmla="*/ 310 w 378"/>
                  <a:gd name="T9" fmla="*/ 271 h 271"/>
                  <a:gd name="T10" fmla="*/ 290 w 378"/>
                  <a:gd name="T11" fmla="*/ 139 h 271"/>
                  <a:gd name="T12" fmla="*/ 378 w 378"/>
                  <a:gd name="T13" fmla="*/ 76 h 271"/>
                  <a:gd name="T14" fmla="*/ 251 w 378"/>
                  <a:gd name="T15" fmla="*/ 94 h 271"/>
                  <a:gd name="T16" fmla="*/ 90 w 378"/>
                  <a:gd name="T17" fmla="*/ 54 h 271"/>
                  <a:gd name="T18" fmla="*/ 18 w 378"/>
                  <a:gd name="T19" fmla="*/ 0 h 271"/>
                  <a:gd name="T20" fmla="*/ 18 w 378"/>
                  <a:gd name="T21"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8" h="271">
                    <a:moveTo>
                      <a:pt x="18" y="0"/>
                    </a:moveTo>
                    <a:lnTo>
                      <a:pt x="12" y="13"/>
                    </a:lnTo>
                    <a:lnTo>
                      <a:pt x="0" y="40"/>
                    </a:lnTo>
                    <a:lnTo>
                      <a:pt x="60" y="121"/>
                    </a:lnTo>
                    <a:lnTo>
                      <a:pt x="310" y="271"/>
                    </a:lnTo>
                    <a:lnTo>
                      <a:pt x="290" y="139"/>
                    </a:lnTo>
                    <a:lnTo>
                      <a:pt x="378" y="76"/>
                    </a:lnTo>
                    <a:lnTo>
                      <a:pt x="251" y="94"/>
                    </a:lnTo>
                    <a:lnTo>
                      <a:pt x="90" y="54"/>
                    </a:lnTo>
                    <a:lnTo>
                      <a:pt x="18" y="0"/>
                    </a:lnTo>
                    <a:lnTo>
                      <a:pt x="18"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16" name="Freeform 12">
                <a:extLst>
                  <a:ext uri="{FF2B5EF4-FFF2-40B4-BE49-F238E27FC236}">
                    <a16:creationId xmlns:a16="http://schemas.microsoft.com/office/drawing/2014/main" id="{BBF5AA25-4F29-478C-88FF-E964A2C093BA}"/>
                  </a:ext>
                </a:extLst>
              </p:cNvPr>
              <p:cNvSpPr>
                <a:spLocks/>
              </p:cNvSpPr>
              <p:nvPr userDrawn="1"/>
            </p:nvSpPr>
            <p:spPr bwMode="ltGray">
              <a:xfrm>
                <a:off x="3628" y="3866"/>
                <a:ext cx="155" cy="74"/>
              </a:xfrm>
              <a:custGeom>
                <a:avLst/>
                <a:gdLst>
                  <a:gd name="T0" fmla="*/ 114 w 155"/>
                  <a:gd name="T1" fmla="*/ 0 h 66"/>
                  <a:gd name="T2" fmla="*/ 0 w 155"/>
                  <a:gd name="T3" fmla="*/ 0 h 66"/>
                  <a:gd name="T4" fmla="*/ 0 w 155"/>
                  <a:gd name="T5" fmla="*/ 0 h 66"/>
                  <a:gd name="T6" fmla="*/ 6 w 155"/>
                  <a:gd name="T7" fmla="*/ 6 h 66"/>
                  <a:gd name="T8" fmla="*/ 6 w 155"/>
                  <a:gd name="T9" fmla="*/ 18 h 66"/>
                  <a:gd name="T10" fmla="*/ 0 w 155"/>
                  <a:gd name="T11" fmla="*/ 24 h 66"/>
                  <a:gd name="T12" fmla="*/ 78 w 155"/>
                  <a:gd name="T13" fmla="*/ 60 h 66"/>
                  <a:gd name="T14" fmla="*/ 96 w 155"/>
                  <a:gd name="T15" fmla="*/ 42 h 66"/>
                  <a:gd name="T16" fmla="*/ 155 w 155"/>
                  <a:gd name="T17" fmla="*/ 66 h 66"/>
                  <a:gd name="T18" fmla="*/ 126 w 155"/>
                  <a:gd name="T19" fmla="*/ 24 h 66"/>
                  <a:gd name="T20" fmla="*/ 149 w 155"/>
                  <a:gd name="T21" fmla="*/ 0 h 66"/>
                  <a:gd name="T22" fmla="*/ 114 w 155"/>
                  <a:gd name="T23" fmla="*/ 0 h 66"/>
                  <a:gd name="T24" fmla="*/ 114 w 155"/>
                  <a:gd name="T25"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5" h="66">
                    <a:moveTo>
                      <a:pt x="114" y="0"/>
                    </a:moveTo>
                    <a:lnTo>
                      <a:pt x="0" y="0"/>
                    </a:lnTo>
                    <a:lnTo>
                      <a:pt x="0" y="0"/>
                    </a:lnTo>
                    <a:lnTo>
                      <a:pt x="6" y="6"/>
                    </a:lnTo>
                    <a:lnTo>
                      <a:pt x="6" y="18"/>
                    </a:lnTo>
                    <a:lnTo>
                      <a:pt x="0" y="24"/>
                    </a:lnTo>
                    <a:lnTo>
                      <a:pt x="78" y="60"/>
                    </a:lnTo>
                    <a:lnTo>
                      <a:pt x="96" y="42"/>
                    </a:lnTo>
                    <a:lnTo>
                      <a:pt x="155" y="66"/>
                    </a:lnTo>
                    <a:lnTo>
                      <a:pt x="126" y="24"/>
                    </a:lnTo>
                    <a:lnTo>
                      <a:pt x="149" y="0"/>
                    </a:lnTo>
                    <a:lnTo>
                      <a:pt x="114" y="0"/>
                    </a:lnTo>
                    <a:lnTo>
                      <a:pt x="11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17" name="Freeform 13">
                <a:extLst>
                  <a:ext uri="{FF2B5EF4-FFF2-40B4-BE49-F238E27FC236}">
                    <a16:creationId xmlns:a16="http://schemas.microsoft.com/office/drawing/2014/main" id="{2707119E-DD23-406D-B5A1-FDB61721FD0F}"/>
                  </a:ext>
                </a:extLst>
              </p:cNvPr>
              <p:cNvSpPr>
                <a:spLocks/>
              </p:cNvSpPr>
              <p:nvPr userDrawn="1"/>
            </p:nvSpPr>
            <p:spPr bwMode="ltGray">
              <a:xfrm>
                <a:off x="2486" y="3859"/>
                <a:ext cx="42" cy="81"/>
              </a:xfrm>
              <a:custGeom>
                <a:avLst/>
                <a:gdLst>
                  <a:gd name="T0" fmla="*/ 6 w 42"/>
                  <a:gd name="T1" fmla="*/ 36 h 72"/>
                  <a:gd name="T2" fmla="*/ 0 w 42"/>
                  <a:gd name="T3" fmla="*/ 18 h 72"/>
                  <a:gd name="T4" fmla="*/ 12 w 42"/>
                  <a:gd name="T5" fmla="*/ 6 h 72"/>
                  <a:gd name="T6" fmla="*/ 0 w 42"/>
                  <a:gd name="T7" fmla="*/ 6 h 72"/>
                  <a:gd name="T8" fmla="*/ 12 w 42"/>
                  <a:gd name="T9" fmla="*/ 6 h 72"/>
                  <a:gd name="T10" fmla="*/ 24 w 42"/>
                  <a:gd name="T11" fmla="*/ 6 h 72"/>
                  <a:gd name="T12" fmla="*/ 36 w 42"/>
                  <a:gd name="T13" fmla="*/ 6 h 72"/>
                  <a:gd name="T14" fmla="*/ 42 w 42"/>
                  <a:gd name="T15" fmla="*/ 0 h 72"/>
                  <a:gd name="T16" fmla="*/ 30 w 42"/>
                  <a:gd name="T17" fmla="*/ 18 h 72"/>
                  <a:gd name="T18" fmla="*/ 42 w 42"/>
                  <a:gd name="T19" fmla="*/ 48 h 72"/>
                  <a:gd name="T20" fmla="*/ 12 w 42"/>
                  <a:gd name="T21" fmla="*/ 72 h 72"/>
                  <a:gd name="T22" fmla="*/ 6 w 42"/>
                  <a:gd name="T23" fmla="*/ 36 h 72"/>
                  <a:gd name="T24" fmla="*/ 6 w 42"/>
                  <a:gd name="T25" fmla="*/ 3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72">
                    <a:moveTo>
                      <a:pt x="6" y="36"/>
                    </a:moveTo>
                    <a:lnTo>
                      <a:pt x="0" y="18"/>
                    </a:lnTo>
                    <a:lnTo>
                      <a:pt x="12" y="6"/>
                    </a:lnTo>
                    <a:lnTo>
                      <a:pt x="0" y="6"/>
                    </a:lnTo>
                    <a:lnTo>
                      <a:pt x="12" y="6"/>
                    </a:lnTo>
                    <a:lnTo>
                      <a:pt x="24" y="6"/>
                    </a:lnTo>
                    <a:lnTo>
                      <a:pt x="36" y="6"/>
                    </a:lnTo>
                    <a:lnTo>
                      <a:pt x="42" y="0"/>
                    </a:lnTo>
                    <a:lnTo>
                      <a:pt x="30" y="18"/>
                    </a:lnTo>
                    <a:lnTo>
                      <a:pt x="42" y="48"/>
                    </a:lnTo>
                    <a:lnTo>
                      <a:pt x="12" y="72"/>
                    </a:lnTo>
                    <a:lnTo>
                      <a:pt x="6" y="36"/>
                    </a:lnTo>
                    <a:lnTo>
                      <a:pt x="6"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72718" name="Freeform 14">
              <a:extLst>
                <a:ext uri="{FF2B5EF4-FFF2-40B4-BE49-F238E27FC236}">
                  <a16:creationId xmlns:a16="http://schemas.microsoft.com/office/drawing/2014/main" id="{0466D9E1-EFA7-4A0B-9DB9-E8A889FFE34F}"/>
                </a:ext>
              </a:extLst>
            </p:cNvPr>
            <p:cNvSpPr>
              <a:spLocks/>
            </p:cNvSpPr>
            <p:nvPr userDrawn="1"/>
          </p:nvSpPr>
          <p:spPr bwMode="ltGray">
            <a:xfrm>
              <a:off x="0" y="3792"/>
              <a:ext cx="3976" cy="535"/>
            </a:xfrm>
            <a:custGeom>
              <a:avLst/>
              <a:gdLst>
                <a:gd name="T0" fmla="*/ 3976 w 3976"/>
                <a:gd name="T1" fmla="*/ 527 h 527"/>
                <a:gd name="T2" fmla="*/ 3970 w 3976"/>
                <a:gd name="T3" fmla="*/ 527 h 527"/>
                <a:gd name="T4" fmla="*/ 3844 w 3976"/>
                <a:gd name="T5" fmla="*/ 509 h 527"/>
                <a:gd name="T6" fmla="*/ 2487 w 3976"/>
                <a:gd name="T7" fmla="*/ 305 h 527"/>
                <a:gd name="T8" fmla="*/ 2039 w 3976"/>
                <a:gd name="T9" fmla="*/ 36 h 527"/>
                <a:gd name="T10" fmla="*/ 1907 w 3976"/>
                <a:gd name="T11" fmla="*/ 24 h 527"/>
                <a:gd name="T12" fmla="*/ 1883 w 3976"/>
                <a:gd name="T13" fmla="*/ 54 h 527"/>
                <a:gd name="T14" fmla="*/ 1859 w 3976"/>
                <a:gd name="T15" fmla="*/ 54 h 527"/>
                <a:gd name="T16" fmla="*/ 1830 w 3976"/>
                <a:gd name="T17" fmla="*/ 30 h 527"/>
                <a:gd name="T18" fmla="*/ 1704 w 3976"/>
                <a:gd name="T19" fmla="*/ 102 h 527"/>
                <a:gd name="T20" fmla="*/ 1608 w 3976"/>
                <a:gd name="T21" fmla="*/ 126 h 527"/>
                <a:gd name="T22" fmla="*/ 1561 w 3976"/>
                <a:gd name="T23" fmla="*/ 132 h 527"/>
                <a:gd name="T24" fmla="*/ 1495 w 3976"/>
                <a:gd name="T25" fmla="*/ 102 h 527"/>
                <a:gd name="T26" fmla="*/ 1357 w 3976"/>
                <a:gd name="T27" fmla="*/ 126 h 527"/>
                <a:gd name="T28" fmla="*/ 1285 w 3976"/>
                <a:gd name="T29" fmla="*/ 24 h 527"/>
                <a:gd name="T30" fmla="*/ 1280 w 3976"/>
                <a:gd name="T31" fmla="*/ 18 h 527"/>
                <a:gd name="T32" fmla="*/ 1262 w 3976"/>
                <a:gd name="T33" fmla="*/ 12 h 527"/>
                <a:gd name="T34" fmla="*/ 1238 w 3976"/>
                <a:gd name="T35" fmla="*/ 6 h 527"/>
                <a:gd name="T36" fmla="*/ 1220 w 3976"/>
                <a:gd name="T37" fmla="*/ 0 h 527"/>
                <a:gd name="T38" fmla="*/ 1196 w 3976"/>
                <a:gd name="T39" fmla="*/ 0 h 527"/>
                <a:gd name="T40" fmla="*/ 1166 w 3976"/>
                <a:gd name="T41" fmla="*/ 0 h 527"/>
                <a:gd name="T42" fmla="*/ 1142 w 3976"/>
                <a:gd name="T43" fmla="*/ 0 h 527"/>
                <a:gd name="T44" fmla="*/ 1136 w 3976"/>
                <a:gd name="T45" fmla="*/ 0 h 527"/>
                <a:gd name="T46" fmla="*/ 1130 w 3976"/>
                <a:gd name="T47" fmla="*/ 0 h 527"/>
                <a:gd name="T48" fmla="*/ 1124 w 3976"/>
                <a:gd name="T49" fmla="*/ 6 h 527"/>
                <a:gd name="T50" fmla="*/ 1118 w 3976"/>
                <a:gd name="T51" fmla="*/ 12 h 527"/>
                <a:gd name="T52" fmla="*/ 1100 w 3976"/>
                <a:gd name="T53" fmla="*/ 18 h 527"/>
                <a:gd name="T54" fmla="*/ 1088 w 3976"/>
                <a:gd name="T55" fmla="*/ 18 h 527"/>
                <a:gd name="T56" fmla="*/ 1070 w 3976"/>
                <a:gd name="T57" fmla="*/ 24 h 527"/>
                <a:gd name="T58" fmla="*/ 1052 w 3976"/>
                <a:gd name="T59" fmla="*/ 30 h 527"/>
                <a:gd name="T60" fmla="*/ 1034 w 3976"/>
                <a:gd name="T61" fmla="*/ 36 h 527"/>
                <a:gd name="T62" fmla="*/ 1028 w 3976"/>
                <a:gd name="T63" fmla="*/ 42 h 527"/>
                <a:gd name="T64" fmla="*/ 969 w 3976"/>
                <a:gd name="T65" fmla="*/ 60 h 527"/>
                <a:gd name="T66" fmla="*/ 921 w 3976"/>
                <a:gd name="T67" fmla="*/ 72 h 527"/>
                <a:gd name="T68" fmla="*/ 855 w 3976"/>
                <a:gd name="T69" fmla="*/ 48 h 527"/>
                <a:gd name="T70" fmla="*/ 825 w 3976"/>
                <a:gd name="T71" fmla="*/ 48 h 527"/>
                <a:gd name="T72" fmla="*/ 759 w 3976"/>
                <a:gd name="T73" fmla="*/ 72 h 527"/>
                <a:gd name="T74" fmla="*/ 735 w 3976"/>
                <a:gd name="T75" fmla="*/ 72 h 527"/>
                <a:gd name="T76" fmla="*/ 706 w 3976"/>
                <a:gd name="T77" fmla="*/ 60 h 527"/>
                <a:gd name="T78" fmla="*/ 640 w 3976"/>
                <a:gd name="T79" fmla="*/ 60 h 527"/>
                <a:gd name="T80" fmla="*/ 544 w 3976"/>
                <a:gd name="T81" fmla="*/ 72 h 527"/>
                <a:gd name="T82" fmla="*/ 389 w 3976"/>
                <a:gd name="T83" fmla="*/ 18 h 527"/>
                <a:gd name="T84" fmla="*/ 323 w 3976"/>
                <a:gd name="T85" fmla="*/ 60 h 527"/>
                <a:gd name="T86" fmla="*/ 317 w 3976"/>
                <a:gd name="T87" fmla="*/ 60 h 527"/>
                <a:gd name="T88" fmla="*/ 305 w 3976"/>
                <a:gd name="T89" fmla="*/ 72 h 527"/>
                <a:gd name="T90" fmla="*/ 287 w 3976"/>
                <a:gd name="T91" fmla="*/ 78 h 527"/>
                <a:gd name="T92" fmla="*/ 263 w 3976"/>
                <a:gd name="T93" fmla="*/ 90 h 527"/>
                <a:gd name="T94" fmla="*/ 203 w 3976"/>
                <a:gd name="T95" fmla="*/ 120 h 527"/>
                <a:gd name="T96" fmla="*/ 149 w 3976"/>
                <a:gd name="T97" fmla="*/ 150 h 527"/>
                <a:gd name="T98" fmla="*/ 78 w 3976"/>
                <a:gd name="T99" fmla="*/ 168 h 527"/>
                <a:gd name="T100" fmla="*/ 0 w 3976"/>
                <a:gd name="T101" fmla="*/ 180 h 527"/>
                <a:gd name="T102" fmla="*/ 0 w 3976"/>
                <a:gd name="T103" fmla="*/ 527 h 527"/>
                <a:gd name="T104" fmla="*/ 1010 w 3976"/>
                <a:gd name="T105" fmla="*/ 527 h 527"/>
                <a:gd name="T106" fmla="*/ 3725 w 3976"/>
                <a:gd name="T107" fmla="*/ 527 h 527"/>
                <a:gd name="T108" fmla="*/ 3976 w 3976"/>
                <a:gd name="T109" fmla="*/ 527 h 527"/>
                <a:gd name="T110" fmla="*/ 3976 w 3976"/>
                <a:gd name="T111" fmla="*/ 527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76" h="527">
                  <a:moveTo>
                    <a:pt x="3976" y="527"/>
                  </a:moveTo>
                  <a:lnTo>
                    <a:pt x="3970" y="527"/>
                  </a:lnTo>
                  <a:lnTo>
                    <a:pt x="3844" y="509"/>
                  </a:lnTo>
                  <a:lnTo>
                    <a:pt x="2487" y="305"/>
                  </a:lnTo>
                  <a:lnTo>
                    <a:pt x="2039" y="36"/>
                  </a:lnTo>
                  <a:lnTo>
                    <a:pt x="1907" y="24"/>
                  </a:lnTo>
                  <a:lnTo>
                    <a:pt x="1883" y="54"/>
                  </a:lnTo>
                  <a:lnTo>
                    <a:pt x="1859" y="54"/>
                  </a:lnTo>
                  <a:lnTo>
                    <a:pt x="1830" y="30"/>
                  </a:lnTo>
                  <a:lnTo>
                    <a:pt x="1704" y="102"/>
                  </a:lnTo>
                  <a:lnTo>
                    <a:pt x="1608" y="126"/>
                  </a:lnTo>
                  <a:lnTo>
                    <a:pt x="1561" y="132"/>
                  </a:lnTo>
                  <a:lnTo>
                    <a:pt x="1495" y="102"/>
                  </a:lnTo>
                  <a:lnTo>
                    <a:pt x="1357" y="126"/>
                  </a:lnTo>
                  <a:lnTo>
                    <a:pt x="1285" y="24"/>
                  </a:lnTo>
                  <a:lnTo>
                    <a:pt x="1280" y="18"/>
                  </a:lnTo>
                  <a:lnTo>
                    <a:pt x="1262" y="12"/>
                  </a:lnTo>
                  <a:lnTo>
                    <a:pt x="1238" y="6"/>
                  </a:lnTo>
                  <a:lnTo>
                    <a:pt x="1220" y="0"/>
                  </a:lnTo>
                  <a:lnTo>
                    <a:pt x="1196" y="0"/>
                  </a:lnTo>
                  <a:lnTo>
                    <a:pt x="1166" y="0"/>
                  </a:lnTo>
                  <a:lnTo>
                    <a:pt x="1142" y="0"/>
                  </a:lnTo>
                  <a:lnTo>
                    <a:pt x="1136" y="0"/>
                  </a:lnTo>
                  <a:lnTo>
                    <a:pt x="1130" y="0"/>
                  </a:lnTo>
                  <a:lnTo>
                    <a:pt x="1124" y="6"/>
                  </a:lnTo>
                  <a:lnTo>
                    <a:pt x="1118" y="12"/>
                  </a:lnTo>
                  <a:lnTo>
                    <a:pt x="1100" y="18"/>
                  </a:lnTo>
                  <a:lnTo>
                    <a:pt x="1088" y="18"/>
                  </a:lnTo>
                  <a:lnTo>
                    <a:pt x="1070" y="24"/>
                  </a:lnTo>
                  <a:lnTo>
                    <a:pt x="1052" y="30"/>
                  </a:lnTo>
                  <a:lnTo>
                    <a:pt x="1034" y="36"/>
                  </a:lnTo>
                  <a:lnTo>
                    <a:pt x="1028" y="42"/>
                  </a:lnTo>
                  <a:lnTo>
                    <a:pt x="969" y="60"/>
                  </a:lnTo>
                  <a:lnTo>
                    <a:pt x="921" y="72"/>
                  </a:lnTo>
                  <a:lnTo>
                    <a:pt x="855" y="48"/>
                  </a:lnTo>
                  <a:lnTo>
                    <a:pt x="825" y="48"/>
                  </a:lnTo>
                  <a:lnTo>
                    <a:pt x="759" y="72"/>
                  </a:lnTo>
                  <a:lnTo>
                    <a:pt x="735" y="72"/>
                  </a:lnTo>
                  <a:lnTo>
                    <a:pt x="706" y="60"/>
                  </a:lnTo>
                  <a:lnTo>
                    <a:pt x="640" y="60"/>
                  </a:lnTo>
                  <a:lnTo>
                    <a:pt x="544" y="72"/>
                  </a:lnTo>
                  <a:lnTo>
                    <a:pt x="389" y="18"/>
                  </a:lnTo>
                  <a:lnTo>
                    <a:pt x="323" y="60"/>
                  </a:lnTo>
                  <a:lnTo>
                    <a:pt x="317" y="60"/>
                  </a:lnTo>
                  <a:lnTo>
                    <a:pt x="305" y="72"/>
                  </a:lnTo>
                  <a:lnTo>
                    <a:pt x="287" y="78"/>
                  </a:lnTo>
                  <a:lnTo>
                    <a:pt x="263" y="90"/>
                  </a:lnTo>
                  <a:lnTo>
                    <a:pt x="203" y="120"/>
                  </a:lnTo>
                  <a:lnTo>
                    <a:pt x="149" y="150"/>
                  </a:lnTo>
                  <a:lnTo>
                    <a:pt x="78" y="168"/>
                  </a:lnTo>
                  <a:lnTo>
                    <a:pt x="0" y="180"/>
                  </a:lnTo>
                  <a:lnTo>
                    <a:pt x="0" y="527"/>
                  </a:lnTo>
                  <a:lnTo>
                    <a:pt x="1010" y="527"/>
                  </a:lnTo>
                  <a:lnTo>
                    <a:pt x="3725" y="527"/>
                  </a:lnTo>
                  <a:lnTo>
                    <a:pt x="3976" y="527"/>
                  </a:lnTo>
                  <a:lnTo>
                    <a:pt x="3976" y="527"/>
                  </a:lnTo>
                  <a:close/>
                </a:path>
              </a:pathLst>
            </a:custGeom>
            <a:gradFill rotWithShape="0">
              <a:gsLst>
                <a:gs pos="0">
                  <a:schemeClr val="bg2">
                    <a:gamma/>
                    <a:tint val="75686"/>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72719" name="Group 15">
            <a:extLst>
              <a:ext uri="{FF2B5EF4-FFF2-40B4-BE49-F238E27FC236}">
                <a16:creationId xmlns:a16="http://schemas.microsoft.com/office/drawing/2014/main" id="{76191CFF-45C5-4C14-AFB5-73973D806A4F}"/>
              </a:ext>
            </a:extLst>
          </p:cNvPr>
          <p:cNvGrpSpPr>
            <a:grpSpLocks/>
          </p:cNvGrpSpPr>
          <p:nvPr/>
        </p:nvGrpSpPr>
        <p:grpSpPr bwMode="auto">
          <a:xfrm>
            <a:off x="627063" y="6021388"/>
            <a:ext cx="5684837" cy="849312"/>
            <a:chOff x="395" y="3793"/>
            <a:chExt cx="3581" cy="535"/>
          </a:xfrm>
        </p:grpSpPr>
        <p:sp>
          <p:nvSpPr>
            <p:cNvPr id="72720" name="Freeform 16">
              <a:extLst>
                <a:ext uri="{FF2B5EF4-FFF2-40B4-BE49-F238E27FC236}">
                  <a16:creationId xmlns:a16="http://schemas.microsoft.com/office/drawing/2014/main" id="{1F7583F7-5E09-45EC-BF90-60F7E7EBE6AB}"/>
                </a:ext>
              </a:extLst>
            </p:cNvPr>
            <p:cNvSpPr>
              <a:spLocks/>
            </p:cNvSpPr>
            <p:nvPr/>
          </p:nvSpPr>
          <p:spPr bwMode="auto">
            <a:xfrm>
              <a:off x="1196" y="3793"/>
              <a:ext cx="365" cy="291"/>
            </a:xfrm>
            <a:custGeom>
              <a:avLst/>
              <a:gdLst>
                <a:gd name="T0" fmla="*/ 24 w 365"/>
                <a:gd name="T1" fmla="*/ 24 h 287"/>
                <a:gd name="T2" fmla="*/ 0 w 365"/>
                <a:gd name="T3" fmla="*/ 60 h 287"/>
                <a:gd name="T4" fmla="*/ 66 w 365"/>
                <a:gd name="T5" fmla="*/ 108 h 287"/>
                <a:gd name="T6" fmla="*/ 143 w 365"/>
                <a:gd name="T7" fmla="*/ 180 h 287"/>
                <a:gd name="T8" fmla="*/ 191 w 365"/>
                <a:gd name="T9" fmla="*/ 168 h 287"/>
                <a:gd name="T10" fmla="*/ 341 w 365"/>
                <a:gd name="T11" fmla="*/ 287 h 287"/>
                <a:gd name="T12" fmla="*/ 305 w 365"/>
                <a:gd name="T13" fmla="*/ 174 h 287"/>
                <a:gd name="T14" fmla="*/ 365 w 365"/>
                <a:gd name="T15" fmla="*/ 132 h 287"/>
                <a:gd name="T16" fmla="*/ 359 w 365"/>
                <a:gd name="T17" fmla="*/ 126 h 287"/>
                <a:gd name="T18" fmla="*/ 335 w 365"/>
                <a:gd name="T19" fmla="*/ 114 h 287"/>
                <a:gd name="T20" fmla="*/ 299 w 365"/>
                <a:gd name="T21" fmla="*/ 90 h 287"/>
                <a:gd name="T22" fmla="*/ 257 w 365"/>
                <a:gd name="T23" fmla="*/ 72 h 287"/>
                <a:gd name="T24" fmla="*/ 215 w 365"/>
                <a:gd name="T25" fmla="*/ 54 h 287"/>
                <a:gd name="T26" fmla="*/ 173 w 365"/>
                <a:gd name="T27" fmla="*/ 36 h 287"/>
                <a:gd name="T28" fmla="*/ 143 w 365"/>
                <a:gd name="T29" fmla="*/ 24 h 287"/>
                <a:gd name="T30" fmla="*/ 131 w 365"/>
                <a:gd name="T31" fmla="*/ 18 h 287"/>
                <a:gd name="T32" fmla="*/ 107 w 365"/>
                <a:gd name="T33" fmla="*/ 18 h 287"/>
                <a:gd name="T34" fmla="*/ 95 w 365"/>
                <a:gd name="T35" fmla="*/ 18 h 287"/>
                <a:gd name="T36" fmla="*/ 72 w 365"/>
                <a:gd name="T37" fmla="*/ 12 h 287"/>
                <a:gd name="T38" fmla="*/ 66 w 365"/>
                <a:gd name="T39" fmla="*/ 12 h 287"/>
                <a:gd name="T40" fmla="*/ 54 w 365"/>
                <a:gd name="T41" fmla="*/ 6 h 287"/>
                <a:gd name="T42" fmla="*/ 42 w 365"/>
                <a:gd name="T43" fmla="*/ 0 h 287"/>
                <a:gd name="T44" fmla="*/ 30 w 365"/>
                <a:gd name="T45" fmla="*/ 0 h 287"/>
                <a:gd name="T46" fmla="*/ 24 w 365"/>
                <a:gd name="T47" fmla="*/ 24 h 287"/>
                <a:gd name="T48" fmla="*/ 24 w 365"/>
                <a:gd name="T49" fmla="*/ 24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5" h="287">
                  <a:moveTo>
                    <a:pt x="24" y="24"/>
                  </a:moveTo>
                  <a:lnTo>
                    <a:pt x="0" y="60"/>
                  </a:lnTo>
                  <a:lnTo>
                    <a:pt x="66" y="108"/>
                  </a:lnTo>
                  <a:lnTo>
                    <a:pt x="143" y="180"/>
                  </a:lnTo>
                  <a:lnTo>
                    <a:pt x="191" y="168"/>
                  </a:lnTo>
                  <a:lnTo>
                    <a:pt x="341" y="287"/>
                  </a:lnTo>
                  <a:lnTo>
                    <a:pt x="305" y="174"/>
                  </a:lnTo>
                  <a:lnTo>
                    <a:pt x="365" y="132"/>
                  </a:lnTo>
                  <a:lnTo>
                    <a:pt x="359" y="126"/>
                  </a:lnTo>
                  <a:lnTo>
                    <a:pt x="335" y="114"/>
                  </a:lnTo>
                  <a:lnTo>
                    <a:pt x="299" y="90"/>
                  </a:lnTo>
                  <a:lnTo>
                    <a:pt x="257" y="72"/>
                  </a:lnTo>
                  <a:lnTo>
                    <a:pt x="215" y="54"/>
                  </a:lnTo>
                  <a:lnTo>
                    <a:pt x="173" y="36"/>
                  </a:lnTo>
                  <a:lnTo>
                    <a:pt x="143" y="24"/>
                  </a:lnTo>
                  <a:lnTo>
                    <a:pt x="131" y="18"/>
                  </a:lnTo>
                  <a:lnTo>
                    <a:pt x="107" y="18"/>
                  </a:lnTo>
                  <a:lnTo>
                    <a:pt x="95" y="18"/>
                  </a:lnTo>
                  <a:lnTo>
                    <a:pt x="72" y="12"/>
                  </a:lnTo>
                  <a:lnTo>
                    <a:pt x="66" y="12"/>
                  </a:lnTo>
                  <a:lnTo>
                    <a:pt x="54" y="6"/>
                  </a:lnTo>
                  <a:lnTo>
                    <a:pt x="42" y="0"/>
                  </a:lnTo>
                  <a:lnTo>
                    <a:pt x="30" y="0"/>
                  </a:lnTo>
                  <a:lnTo>
                    <a:pt x="24" y="24"/>
                  </a:lnTo>
                  <a:lnTo>
                    <a:pt x="24" y="2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21" name="Freeform 17">
              <a:extLst>
                <a:ext uri="{FF2B5EF4-FFF2-40B4-BE49-F238E27FC236}">
                  <a16:creationId xmlns:a16="http://schemas.microsoft.com/office/drawing/2014/main" id="{00E39EDF-2A30-4B99-A291-F3614063AAF0}"/>
                </a:ext>
              </a:extLst>
            </p:cNvPr>
            <p:cNvSpPr>
              <a:spLocks/>
            </p:cNvSpPr>
            <p:nvPr/>
          </p:nvSpPr>
          <p:spPr bwMode="auto">
            <a:xfrm>
              <a:off x="1943" y="3829"/>
              <a:ext cx="2033" cy="499"/>
            </a:xfrm>
            <a:custGeom>
              <a:avLst/>
              <a:gdLst>
                <a:gd name="T0" fmla="*/ 186 w 2033"/>
                <a:gd name="T1" fmla="*/ 18 h 499"/>
                <a:gd name="T2" fmla="*/ 138 w 2033"/>
                <a:gd name="T3" fmla="*/ 6 h 499"/>
                <a:gd name="T4" fmla="*/ 96 w 2033"/>
                <a:gd name="T5" fmla="*/ 0 h 499"/>
                <a:gd name="T6" fmla="*/ 36 w 2033"/>
                <a:gd name="T7" fmla="*/ 0 h 499"/>
                <a:gd name="T8" fmla="*/ 12 w 2033"/>
                <a:gd name="T9" fmla="*/ 25 h 499"/>
                <a:gd name="T10" fmla="*/ 0 w 2033"/>
                <a:gd name="T11" fmla="*/ 128 h 499"/>
                <a:gd name="T12" fmla="*/ 60 w 2033"/>
                <a:gd name="T13" fmla="*/ 104 h 499"/>
                <a:gd name="T14" fmla="*/ 90 w 2033"/>
                <a:gd name="T15" fmla="*/ 134 h 499"/>
                <a:gd name="T16" fmla="*/ 150 w 2033"/>
                <a:gd name="T17" fmla="*/ 153 h 499"/>
                <a:gd name="T18" fmla="*/ 209 w 2033"/>
                <a:gd name="T19" fmla="*/ 273 h 499"/>
                <a:gd name="T20" fmla="*/ 401 w 2033"/>
                <a:gd name="T21" fmla="*/ 359 h 499"/>
                <a:gd name="T22" fmla="*/ 777 w 2033"/>
                <a:gd name="T23" fmla="*/ 359 h 499"/>
                <a:gd name="T24" fmla="*/ 2033 w 2033"/>
                <a:gd name="T25" fmla="*/ 499 h 499"/>
                <a:gd name="T26" fmla="*/ 2033 w 2033"/>
                <a:gd name="T27" fmla="*/ 499 h 499"/>
                <a:gd name="T28" fmla="*/ 1991 w 2033"/>
                <a:gd name="T29" fmla="*/ 493 h 499"/>
                <a:gd name="T30" fmla="*/ 676 w 2033"/>
                <a:gd name="T31" fmla="*/ 243 h 499"/>
                <a:gd name="T32" fmla="*/ 514 w 2033"/>
                <a:gd name="T33" fmla="*/ 159 h 499"/>
                <a:gd name="T34" fmla="*/ 425 w 2033"/>
                <a:gd name="T35" fmla="*/ 110 h 499"/>
                <a:gd name="T36" fmla="*/ 365 w 2033"/>
                <a:gd name="T37" fmla="*/ 92 h 499"/>
                <a:gd name="T38" fmla="*/ 281 w 2033"/>
                <a:gd name="T39" fmla="*/ 61 h 499"/>
                <a:gd name="T40" fmla="*/ 186 w 2033"/>
                <a:gd name="T41" fmla="*/ 18 h 499"/>
                <a:gd name="T42" fmla="*/ 186 w 2033"/>
                <a:gd name="T43" fmla="*/ 18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33" h="499">
                  <a:moveTo>
                    <a:pt x="186" y="18"/>
                  </a:moveTo>
                  <a:lnTo>
                    <a:pt x="138" y="6"/>
                  </a:lnTo>
                  <a:lnTo>
                    <a:pt x="96" y="0"/>
                  </a:lnTo>
                  <a:lnTo>
                    <a:pt x="36" y="0"/>
                  </a:lnTo>
                  <a:lnTo>
                    <a:pt x="12" y="25"/>
                  </a:lnTo>
                  <a:lnTo>
                    <a:pt x="0" y="128"/>
                  </a:lnTo>
                  <a:lnTo>
                    <a:pt x="60" y="104"/>
                  </a:lnTo>
                  <a:lnTo>
                    <a:pt x="90" y="134"/>
                  </a:lnTo>
                  <a:lnTo>
                    <a:pt x="150" y="153"/>
                  </a:lnTo>
                  <a:lnTo>
                    <a:pt x="209" y="273"/>
                  </a:lnTo>
                  <a:lnTo>
                    <a:pt x="401" y="359"/>
                  </a:lnTo>
                  <a:lnTo>
                    <a:pt x="777" y="359"/>
                  </a:lnTo>
                  <a:lnTo>
                    <a:pt x="2033" y="499"/>
                  </a:lnTo>
                  <a:lnTo>
                    <a:pt x="2033" y="499"/>
                  </a:lnTo>
                  <a:lnTo>
                    <a:pt x="1991" y="493"/>
                  </a:lnTo>
                  <a:lnTo>
                    <a:pt x="676" y="243"/>
                  </a:lnTo>
                  <a:lnTo>
                    <a:pt x="514" y="159"/>
                  </a:lnTo>
                  <a:lnTo>
                    <a:pt x="425" y="110"/>
                  </a:lnTo>
                  <a:lnTo>
                    <a:pt x="365" y="92"/>
                  </a:lnTo>
                  <a:lnTo>
                    <a:pt x="281" y="61"/>
                  </a:lnTo>
                  <a:lnTo>
                    <a:pt x="186" y="18"/>
                  </a:lnTo>
                  <a:lnTo>
                    <a:pt x="186"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22" name="Freeform 18">
              <a:extLst>
                <a:ext uri="{FF2B5EF4-FFF2-40B4-BE49-F238E27FC236}">
                  <a16:creationId xmlns:a16="http://schemas.microsoft.com/office/drawing/2014/main" id="{2E6DBFED-D6DC-4682-B091-289B379318F0}"/>
                </a:ext>
              </a:extLst>
            </p:cNvPr>
            <p:cNvSpPr>
              <a:spLocks/>
            </p:cNvSpPr>
            <p:nvPr/>
          </p:nvSpPr>
          <p:spPr bwMode="auto">
            <a:xfrm>
              <a:off x="1830" y="3823"/>
              <a:ext cx="71" cy="61"/>
            </a:xfrm>
            <a:custGeom>
              <a:avLst/>
              <a:gdLst>
                <a:gd name="T0" fmla="*/ 0 w 71"/>
                <a:gd name="T1" fmla="*/ 18 h 60"/>
                <a:gd name="T2" fmla="*/ 6 w 71"/>
                <a:gd name="T3" fmla="*/ 18 h 60"/>
                <a:gd name="T4" fmla="*/ 12 w 71"/>
                <a:gd name="T5" fmla="*/ 12 h 60"/>
                <a:gd name="T6" fmla="*/ 6 w 71"/>
                <a:gd name="T7" fmla="*/ 6 h 60"/>
                <a:gd name="T8" fmla="*/ 0 w 71"/>
                <a:gd name="T9" fmla="*/ 0 h 60"/>
                <a:gd name="T10" fmla="*/ 29 w 71"/>
                <a:gd name="T11" fmla="*/ 18 h 60"/>
                <a:gd name="T12" fmla="*/ 53 w 71"/>
                <a:gd name="T13" fmla="*/ 18 h 60"/>
                <a:gd name="T14" fmla="*/ 59 w 71"/>
                <a:gd name="T15" fmla="*/ 30 h 60"/>
                <a:gd name="T16" fmla="*/ 65 w 71"/>
                <a:gd name="T17" fmla="*/ 42 h 60"/>
                <a:gd name="T18" fmla="*/ 71 w 71"/>
                <a:gd name="T19" fmla="*/ 54 h 60"/>
                <a:gd name="T20" fmla="*/ 71 w 71"/>
                <a:gd name="T21" fmla="*/ 60 h 60"/>
                <a:gd name="T22" fmla="*/ 59 w 71"/>
                <a:gd name="T23" fmla="*/ 54 h 60"/>
                <a:gd name="T24" fmla="*/ 47 w 71"/>
                <a:gd name="T25" fmla="*/ 42 h 60"/>
                <a:gd name="T26" fmla="*/ 23 w 71"/>
                <a:gd name="T27" fmla="*/ 30 h 60"/>
                <a:gd name="T28" fmla="*/ 23 w 71"/>
                <a:gd name="T29" fmla="*/ 36 h 60"/>
                <a:gd name="T30" fmla="*/ 18 w 71"/>
                <a:gd name="T31" fmla="*/ 42 h 60"/>
                <a:gd name="T32" fmla="*/ 12 w 71"/>
                <a:gd name="T33" fmla="*/ 48 h 60"/>
                <a:gd name="T34" fmla="*/ 6 w 71"/>
                <a:gd name="T35" fmla="*/ 48 h 60"/>
                <a:gd name="T36" fmla="*/ 6 w 71"/>
                <a:gd name="T37" fmla="*/ 48 h 60"/>
                <a:gd name="T38" fmla="*/ 6 w 71"/>
                <a:gd name="T39" fmla="*/ 36 h 60"/>
                <a:gd name="T40" fmla="*/ 0 w 71"/>
                <a:gd name="T41" fmla="*/ 18 h 60"/>
                <a:gd name="T42" fmla="*/ 0 w 71"/>
                <a:gd name="T43" fmla="*/ 1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1" h="60">
                  <a:moveTo>
                    <a:pt x="0" y="18"/>
                  </a:moveTo>
                  <a:lnTo>
                    <a:pt x="6" y="18"/>
                  </a:lnTo>
                  <a:lnTo>
                    <a:pt x="12" y="12"/>
                  </a:lnTo>
                  <a:lnTo>
                    <a:pt x="6" y="6"/>
                  </a:lnTo>
                  <a:lnTo>
                    <a:pt x="0" y="0"/>
                  </a:lnTo>
                  <a:lnTo>
                    <a:pt x="29" y="18"/>
                  </a:lnTo>
                  <a:lnTo>
                    <a:pt x="53" y="18"/>
                  </a:lnTo>
                  <a:lnTo>
                    <a:pt x="59" y="30"/>
                  </a:lnTo>
                  <a:lnTo>
                    <a:pt x="65" y="42"/>
                  </a:lnTo>
                  <a:lnTo>
                    <a:pt x="71" y="54"/>
                  </a:lnTo>
                  <a:lnTo>
                    <a:pt x="71" y="60"/>
                  </a:lnTo>
                  <a:lnTo>
                    <a:pt x="59" y="54"/>
                  </a:lnTo>
                  <a:lnTo>
                    <a:pt x="47" y="42"/>
                  </a:lnTo>
                  <a:lnTo>
                    <a:pt x="23" y="30"/>
                  </a:lnTo>
                  <a:lnTo>
                    <a:pt x="23" y="36"/>
                  </a:lnTo>
                  <a:lnTo>
                    <a:pt x="18" y="42"/>
                  </a:lnTo>
                  <a:lnTo>
                    <a:pt x="12" y="48"/>
                  </a:lnTo>
                  <a:lnTo>
                    <a:pt x="6" y="48"/>
                  </a:lnTo>
                  <a:lnTo>
                    <a:pt x="6" y="48"/>
                  </a:lnTo>
                  <a:lnTo>
                    <a:pt x="6" y="36"/>
                  </a:lnTo>
                  <a:lnTo>
                    <a:pt x="0" y="18"/>
                  </a:lnTo>
                  <a:lnTo>
                    <a:pt x="0"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23" name="Freeform 19">
              <a:extLst>
                <a:ext uri="{FF2B5EF4-FFF2-40B4-BE49-F238E27FC236}">
                  <a16:creationId xmlns:a16="http://schemas.microsoft.com/office/drawing/2014/main" id="{9EA9AB50-E145-4FC8-B4F2-14A3562534B7}"/>
                </a:ext>
              </a:extLst>
            </p:cNvPr>
            <p:cNvSpPr>
              <a:spLocks/>
            </p:cNvSpPr>
            <p:nvPr/>
          </p:nvSpPr>
          <p:spPr bwMode="auto">
            <a:xfrm>
              <a:off x="855" y="3842"/>
              <a:ext cx="161" cy="164"/>
            </a:xfrm>
            <a:custGeom>
              <a:avLst/>
              <a:gdLst>
                <a:gd name="T0" fmla="*/ 30 w 161"/>
                <a:gd name="T1" fmla="*/ 0 h 162"/>
                <a:gd name="T2" fmla="*/ 48 w 161"/>
                <a:gd name="T3" fmla="*/ 6 h 162"/>
                <a:gd name="T4" fmla="*/ 72 w 161"/>
                <a:gd name="T5" fmla="*/ 6 h 162"/>
                <a:gd name="T6" fmla="*/ 114 w 161"/>
                <a:gd name="T7" fmla="*/ 12 h 162"/>
                <a:gd name="T8" fmla="*/ 96 w 161"/>
                <a:gd name="T9" fmla="*/ 54 h 162"/>
                <a:gd name="T10" fmla="*/ 96 w 161"/>
                <a:gd name="T11" fmla="*/ 60 h 162"/>
                <a:gd name="T12" fmla="*/ 102 w 161"/>
                <a:gd name="T13" fmla="*/ 72 h 162"/>
                <a:gd name="T14" fmla="*/ 108 w 161"/>
                <a:gd name="T15" fmla="*/ 84 h 162"/>
                <a:gd name="T16" fmla="*/ 120 w 161"/>
                <a:gd name="T17" fmla="*/ 96 h 162"/>
                <a:gd name="T18" fmla="*/ 143 w 161"/>
                <a:gd name="T19" fmla="*/ 114 h 162"/>
                <a:gd name="T20" fmla="*/ 155 w 161"/>
                <a:gd name="T21" fmla="*/ 138 h 162"/>
                <a:gd name="T22" fmla="*/ 161 w 161"/>
                <a:gd name="T23" fmla="*/ 156 h 162"/>
                <a:gd name="T24" fmla="*/ 161 w 161"/>
                <a:gd name="T25" fmla="*/ 162 h 162"/>
                <a:gd name="T26" fmla="*/ 96 w 161"/>
                <a:gd name="T27" fmla="*/ 102 h 162"/>
                <a:gd name="T28" fmla="*/ 30 w 161"/>
                <a:gd name="T29" fmla="*/ 54 h 162"/>
                <a:gd name="T30" fmla="*/ 0 w 161"/>
                <a:gd name="T31" fmla="*/ 0 h 162"/>
                <a:gd name="T32" fmla="*/ 30 w 161"/>
                <a:gd name="T33" fmla="*/ 0 h 162"/>
                <a:gd name="T34" fmla="*/ 30 w 161"/>
                <a:gd name="T35" fmla="*/ 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1" h="162">
                  <a:moveTo>
                    <a:pt x="30" y="0"/>
                  </a:moveTo>
                  <a:lnTo>
                    <a:pt x="48" y="6"/>
                  </a:lnTo>
                  <a:lnTo>
                    <a:pt x="72" y="6"/>
                  </a:lnTo>
                  <a:lnTo>
                    <a:pt x="114" y="12"/>
                  </a:lnTo>
                  <a:lnTo>
                    <a:pt x="96" y="54"/>
                  </a:lnTo>
                  <a:lnTo>
                    <a:pt x="96" y="60"/>
                  </a:lnTo>
                  <a:lnTo>
                    <a:pt x="102" y="72"/>
                  </a:lnTo>
                  <a:lnTo>
                    <a:pt x="108" y="84"/>
                  </a:lnTo>
                  <a:lnTo>
                    <a:pt x="120" y="96"/>
                  </a:lnTo>
                  <a:lnTo>
                    <a:pt x="143" y="114"/>
                  </a:lnTo>
                  <a:lnTo>
                    <a:pt x="155" y="138"/>
                  </a:lnTo>
                  <a:lnTo>
                    <a:pt x="161" y="156"/>
                  </a:lnTo>
                  <a:lnTo>
                    <a:pt x="161" y="162"/>
                  </a:lnTo>
                  <a:lnTo>
                    <a:pt x="96" y="102"/>
                  </a:lnTo>
                  <a:lnTo>
                    <a:pt x="30" y="54"/>
                  </a:lnTo>
                  <a:lnTo>
                    <a:pt x="0" y="0"/>
                  </a:lnTo>
                  <a:lnTo>
                    <a:pt x="30" y="0"/>
                  </a:lnTo>
                  <a:lnTo>
                    <a:pt x="3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24" name="Freeform 20">
              <a:extLst>
                <a:ext uri="{FF2B5EF4-FFF2-40B4-BE49-F238E27FC236}">
                  <a16:creationId xmlns:a16="http://schemas.microsoft.com/office/drawing/2014/main" id="{3717DEF6-B9E4-4BE3-AD44-44C83D959665}"/>
                </a:ext>
              </a:extLst>
            </p:cNvPr>
            <p:cNvSpPr>
              <a:spLocks/>
            </p:cNvSpPr>
            <p:nvPr/>
          </p:nvSpPr>
          <p:spPr bwMode="auto">
            <a:xfrm>
              <a:off x="706" y="3854"/>
              <a:ext cx="59" cy="61"/>
            </a:xfrm>
            <a:custGeom>
              <a:avLst/>
              <a:gdLst>
                <a:gd name="T0" fmla="*/ 59 w 59"/>
                <a:gd name="T1" fmla="*/ 6 h 60"/>
                <a:gd name="T2" fmla="*/ 41 w 59"/>
                <a:gd name="T3" fmla="*/ 30 h 60"/>
                <a:gd name="T4" fmla="*/ 41 w 59"/>
                <a:gd name="T5" fmla="*/ 36 h 60"/>
                <a:gd name="T6" fmla="*/ 47 w 59"/>
                <a:gd name="T7" fmla="*/ 42 h 60"/>
                <a:gd name="T8" fmla="*/ 53 w 59"/>
                <a:gd name="T9" fmla="*/ 54 h 60"/>
                <a:gd name="T10" fmla="*/ 53 w 59"/>
                <a:gd name="T11" fmla="*/ 60 h 60"/>
                <a:gd name="T12" fmla="*/ 47 w 59"/>
                <a:gd name="T13" fmla="*/ 54 h 60"/>
                <a:gd name="T14" fmla="*/ 35 w 59"/>
                <a:gd name="T15" fmla="*/ 48 h 60"/>
                <a:gd name="T16" fmla="*/ 23 w 59"/>
                <a:gd name="T17" fmla="*/ 36 h 60"/>
                <a:gd name="T18" fmla="*/ 17 w 59"/>
                <a:gd name="T19" fmla="*/ 30 h 60"/>
                <a:gd name="T20" fmla="*/ 0 w 59"/>
                <a:gd name="T21" fmla="*/ 0 h 60"/>
                <a:gd name="T22" fmla="*/ 59 w 59"/>
                <a:gd name="T23" fmla="*/ 6 h 60"/>
                <a:gd name="T24" fmla="*/ 59 w 59"/>
                <a:gd name="T25" fmla="*/ 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60">
                  <a:moveTo>
                    <a:pt x="59" y="6"/>
                  </a:moveTo>
                  <a:lnTo>
                    <a:pt x="41" y="30"/>
                  </a:lnTo>
                  <a:lnTo>
                    <a:pt x="41" y="36"/>
                  </a:lnTo>
                  <a:lnTo>
                    <a:pt x="47" y="42"/>
                  </a:lnTo>
                  <a:lnTo>
                    <a:pt x="53" y="54"/>
                  </a:lnTo>
                  <a:lnTo>
                    <a:pt x="53" y="60"/>
                  </a:lnTo>
                  <a:lnTo>
                    <a:pt x="47" y="54"/>
                  </a:lnTo>
                  <a:lnTo>
                    <a:pt x="35" y="48"/>
                  </a:lnTo>
                  <a:lnTo>
                    <a:pt x="23" y="36"/>
                  </a:lnTo>
                  <a:lnTo>
                    <a:pt x="17" y="30"/>
                  </a:lnTo>
                  <a:lnTo>
                    <a:pt x="0" y="0"/>
                  </a:lnTo>
                  <a:lnTo>
                    <a:pt x="59" y="6"/>
                  </a:lnTo>
                  <a:lnTo>
                    <a:pt x="59" y="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725" name="Freeform 21">
              <a:extLst>
                <a:ext uri="{FF2B5EF4-FFF2-40B4-BE49-F238E27FC236}">
                  <a16:creationId xmlns:a16="http://schemas.microsoft.com/office/drawing/2014/main" id="{9931DA8B-FF48-4A76-8211-5EB997CFD71E}"/>
                </a:ext>
              </a:extLst>
            </p:cNvPr>
            <p:cNvSpPr>
              <a:spLocks/>
            </p:cNvSpPr>
            <p:nvPr/>
          </p:nvSpPr>
          <p:spPr bwMode="auto">
            <a:xfrm>
              <a:off x="395" y="3811"/>
              <a:ext cx="245" cy="207"/>
            </a:xfrm>
            <a:custGeom>
              <a:avLst/>
              <a:gdLst>
                <a:gd name="T0" fmla="*/ 233 w 245"/>
                <a:gd name="T1" fmla="*/ 36 h 204"/>
                <a:gd name="T2" fmla="*/ 245 w 245"/>
                <a:gd name="T3" fmla="*/ 42 h 204"/>
                <a:gd name="T4" fmla="*/ 209 w 245"/>
                <a:gd name="T5" fmla="*/ 84 h 204"/>
                <a:gd name="T6" fmla="*/ 143 w 245"/>
                <a:gd name="T7" fmla="*/ 132 h 204"/>
                <a:gd name="T8" fmla="*/ 167 w 245"/>
                <a:gd name="T9" fmla="*/ 156 h 204"/>
                <a:gd name="T10" fmla="*/ 179 w 245"/>
                <a:gd name="T11" fmla="*/ 204 h 204"/>
                <a:gd name="T12" fmla="*/ 77 w 245"/>
                <a:gd name="T13" fmla="*/ 132 h 204"/>
                <a:gd name="T14" fmla="*/ 47 w 245"/>
                <a:gd name="T15" fmla="*/ 84 h 204"/>
                <a:gd name="T16" fmla="*/ 89 w 245"/>
                <a:gd name="T17" fmla="*/ 66 h 204"/>
                <a:gd name="T18" fmla="*/ 59 w 245"/>
                <a:gd name="T19" fmla="*/ 36 h 204"/>
                <a:gd name="T20" fmla="*/ 0 w 245"/>
                <a:gd name="T21" fmla="*/ 12 h 204"/>
                <a:gd name="T22" fmla="*/ 0 w 245"/>
                <a:gd name="T23" fmla="*/ 0 h 204"/>
                <a:gd name="T24" fmla="*/ 6 w 245"/>
                <a:gd name="T25" fmla="*/ 0 h 204"/>
                <a:gd name="T26" fmla="*/ 12 w 245"/>
                <a:gd name="T27" fmla="*/ 0 h 204"/>
                <a:gd name="T28" fmla="*/ 47 w 245"/>
                <a:gd name="T29" fmla="*/ 6 h 204"/>
                <a:gd name="T30" fmla="*/ 77 w 245"/>
                <a:gd name="T31" fmla="*/ 6 h 204"/>
                <a:gd name="T32" fmla="*/ 83 w 245"/>
                <a:gd name="T33" fmla="*/ 6 h 204"/>
                <a:gd name="T34" fmla="*/ 89 w 245"/>
                <a:gd name="T35" fmla="*/ 6 h 204"/>
                <a:gd name="T36" fmla="*/ 101 w 245"/>
                <a:gd name="T37" fmla="*/ 12 h 204"/>
                <a:gd name="T38" fmla="*/ 125 w 245"/>
                <a:gd name="T39" fmla="*/ 12 h 204"/>
                <a:gd name="T40" fmla="*/ 143 w 245"/>
                <a:gd name="T41" fmla="*/ 18 h 204"/>
                <a:gd name="T42" fmla="*/ 149 w 245"/>
                <a:gd name="T43" fmla="*/ 18 h 204"/>
                <a:gd name="T44" fmla="*/ 149 w 245"/>
                <a:gd name="T45" fmla="*/ 18 h 204"/>
                <a:gd name="T46" fmla="*/ 203 w 245"/>
                <a:gd name="T47" fmla="*/ 24 h 204"/>
                <a:gd name="T48" fmla="*/ 233 w 245"/>
                <a:gd name="T49" fmla="*/ 36 h 204"/>
                <a:gd name="T50" fmla="*/ 233 w 245"/>
                <a:gd name="T51" fmla="*/ 3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5" h="204">
                  <a:moveTo>
                    <a:pt x="233" y="36"/>
                  </a:moveTo>
                  <a:lnTo>
                    <a:pt x="245" y="42"/>
                  </a:lnTo>
                  <a:lnTo>
                    <a:pt x="209" y="84"/>
                  </a:lnTo>
                  <a:lnTo>
                    <a:pt x="143" y="132"/>
                  </a:lnTo>
                  <a:lnTo>
                    <a:pt x="167" y="156"/>
                  </a:lnTo>
                  <a:lnTo>
                    <a:pt x="179" y="204"/>
                  </a:lnTo>
                  <a:lnTo>
                    <a:pt x="77" y="132"/>
                  </a:lnTo>
                  <a:lnTo>
                    <a:pt x="47" y="84"/>
                  </a:lnTo>
                  <a:lnTo>
                    <a:pt x="89" y="66"/>
                  </a:lnTo>
                  <a:lnTo>
                    <a:pt x="59" y="36"/>
                  </a:lnTo>
                  <a:lnTo>
                    <a:pt x="0" y="12"/>
                  </a:lnTo>
                  <a:lnTo>
                    <a:pt x="0" y="0"/>
                  </a:lnTo>
                  <a:lnTo>
                    <a:pt x="6" y="0"/>
                  </a:lnTo>
                  <a:lnTo>
                    <a:pt x="12" y="0"/>
                  </a:lnTo>
                  <a:lnTo>
                    <a:pt x="47" y="6"/>
                  </a:lnTo>
                  <a:lnTo>
                    <a:pt x="77" y="6"/>
                  </a:lnTo>
                  <a:lnTo>
                    <a:pt x="83" y="6"/>
                  </a:lnTo>
                  <a:lnTo>
                    <a:pt x="89" y="6"/>
                  </a:lnTo>
                  <a:lnTo>
                    <a:pt x="101" y="12"/>
                  </a:lnTo>
                  <a:lnTo>
                    <a:pt x="125" y="12"/>
                  </a:lnTo>
                  <a:lnTo>
                    <a:pt x="143" y="18"/>
                  </a:lnTo>
                  <a:lnTo>
                    <a:pt x="149" y="18"/>
                  </a:lnTo>
                  <a:lnTo>
                    <a:pt x="149" y="18"/>
                  </a:lnTo>
                  <a:lnTo>
                    <a:pt x="203" y="24"/>
                  </a:lnTo>
                  <a:lnTo>
                    <a:pt x="233" y="36"/>
                  </a:lnTo>
                  <a:lnTo>
                    <a:pt x="233"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72726" name="Rectangle 22">
            <a:extLst>
              <a:ext uri="{FF2B5EF4-FFF2-40B4-BE49-F238E27FC236}">
                <a16:creationId xmlns:a16="http://schemas.microsoft.com/office/drawing/2014/main" id="{7943B34D-2573-49AB-B830-8ECDCBE8E458}"/>
              </a:ext>
            </a:extLst>
          </p:cNvPr>
          <p:cNvSpPr>
            <a:spLocks noGrp="1" noChangeArrowheads="1"/>
          </p:cNvSpPr>
          <p:nvPr>
            <p:ph type="title"/>
          </p:nvPr>
        </p:nvSpPr>
        <p:spPr bwMode="auto">
          <a:xfrm>
            <a:off x="457200" y="228600"/>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2727" name="Rectangle 23">
            <a:extLst>
              <a:ext uri="{FF2B5EF4-FFF2-40B4-BE49-F238E27FC236}">
                <a16:creationId xmlns:a16="http://schemas.microsoft.com/office/drawing/2014/main" id="{8984D703-C642-4412-87F8-42BB21784A9C}"/>
              </a:ext>
            </a:extLst>
          </p:cNvPr>
          <p:cNvSpPr>
            <a:spLocks noGrp="1" noChangeArrowheads="1"/>
          </p:cNvSpPr>
          <p:nvPr>
            <p:ph type="body" idx="1"/>
          </p:nvPr>
        </p:nvSpPr>
        <p:spPr bwMode="auto">
          <a:xfrm>
            <a:off x="457200" y="1600200"/>
            <a:ext cx="82296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2728" name="Rectangle 24">
            <a:extLst>
              <a:ext uri="{FF2B5EF4-FFF2-40B4-BE49-F238E27FC236}">
                <a16:creationId xmlns:a16="http://schemas.microsoft.com/office/drawing/2014/main" id="{42E744DD-DE27-48E7-91E8-6B8DE1324300}"/>
              </a:ext>
            </a:extLst>
          </p:cNvPr>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effectLst>
                  <a:outerShdw blurRad="38100" dist="38100" dir="2700000" algn="tl">
                    <a:srgbClr val="000000"/>
                  </a:outerShdw>
                </a:effectLst>
              </a:defRPr>
            </a:lvl1pPr>
          </a:lstStyle>
          <a:p>
            <a:endParaRPr lang="en-US" altLang="zh-CN"/>
          </a:p>
        </p:txBody>
      </p:sp>
      <p:sp>
        <p:nvSpPr>
          <p:cNvPr id="72729" name="Rectangle 25">
            <a:extLst>
              <a:ext uri="{FF2B5EF4-FFF2-40B4-BE49-F238E27FC236}">
                <a16:creationId xmlns:a16="http://schemas.microsoft.com/office/drawing/2014/main" id="{2158CACC-70FD-4ED6-842A-14082D0310AF}"/>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200">
                <a:effectLst>
                  <a:outerShdw blurRad="38100" dist="38100" dir="2700000" algn="tl">
                    <a:srgbClr val="000000"/>
                  </a:outerShdw>
                </a:effectLst>
              </a:defRPr>
            </a:lvl1pPr>
          </a:lstStyle>
          <a:p>
            <a:endParaRPr lang="en-US" altLang="zh-CN"/>
          </a:p>
        </p:txBody>
      </p:sp>
      <p:sp>
        <p:nvSpPr>
          <p:cNvPr id="72730" name="Rectangle 26">
            <a:extLst>
              <a:ext uri="{FF2B5EF4-FFF2-40B4-BE49-F238E27FC236}">
                <a16:creationId xmlns:a16="http://schemas.microsoft.com/office/drawing/2014/main" id="{4F6ADFB6-D36F-4B91-BAF9-E6AECF9387DB}"/>
              </a:ext>
            </a:extLst>
          </p:cNvPr>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effectLst>
                  <a:outerShdw blurRad="38100" dist="38100" dir="2700000" algn="tl">
                    <a:srgbClr val="000000"/>
                  </a:outerShdw>
                </a:effectLst>
              </a:defRPr>
            </a:lvl1pPr>
          </a:lstStyle>
          <a:p>
            <a:fld id="{26602332-235F-48F1-BC68-37468EE3F947}" type="slidenum">
              <a:rPr lang="en-US" altLang="zh-CN"/>
              <a:pPr/>
              <a:t>‹#›</a:t>
            </a:fld>
            <a:endParaRPr lang="en-US" altLang="zh-CN"/>
          </a:p>
        </p:txBody>
      </p:sp>
    </p:spTree>
  </p:cSld>
  <p:clrMap bg1="dk2" tx1="lt1" bg2="dk1"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Lst>
  <p:txStyles>
    <p:titleStyle>
      <a:lvl1pPr algn="ctr" rtl="0" fontAlgn="base">
        <a:spcBef>
          <a:spcPct val="0"/>
        </a:spcBef>
        <a:spcAft>
          <a:spcPct val="0"/>
        </a:spcAft>
        <a:defRPr sz="4400" kern="12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2.bin"/><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5.emf"/><Relationship Id="rId2" Type="http://schemas.openxmlformats.org/officeDocument/2006/relationships/oleObject" Target="../embeddings/oleObject3.bin"/><Relationship Id="rId1" Type="http://schemas.openxmlformats.org/officeDocument/2006/relationships/slideLayout" Target="../slideLayouts/slideLayout13.xml"/><Relationship Id="rId6" Type="http://schemas.openxmlformats.org/officeDocument/2006/relationships/oleObject" Target="../embeddings/oleObject5.bin"/><Relationship Id="rId5" Type="http://schemas.openxmlformats.org/officeDocument/2006/relationships/image" Target="../media/image4.emf"/><Relationship Id="rId4"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6.bin"/><Relationship Id="rId1" Type="http://schemas.openxmlformats.org/officeDocument/2006/relationships/slideLayout" Target="../slideLayouts/slideLayout13.xml"/><Relationship Id="rId5" Type="http://schemas.openxmlformats.org/officeDocument/2006/relationships/image" Target="../media/image7.emf"/><Relationship Id="rId4" Type="http://schemas.openxmlformats.org/officeDocument/2006/relationships/oleObject" Target="../embeddings/oleObject7.bin"/></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8.bin"/><Relationship Id="rId1" Type="http://schemas.openxmlformats.org/officeDocument/2006/relationships/slideLayout" Target="../slideLayouts/slideLayout7.xml"/><Relationship Id="rId5" Type="http://schemas.openxmlformats.org/officeDocument/2006/relationships/image" Target="../media/image10.emf"/><Relationship Id="rId4" Type="http://schemas.openxmlformats.org/officeDocument/2006/relationships/oleObject" Target="../embeddings/oleObject9.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image" Target="../media/image11.emf"/><Relationship Id="rId7" Type="http://schemas.openxmlformats.org/officeDocument/2006/relationships/image" Target="../media/image13.emf"/><Relationship Id="rId2" Type="http://schemas.openxmlformats.org/officeDocument/2006/relationships/oleObject" Target="../embeddings/oleObject10.bin"/><Relationship Id="rId1" Type="http://schemas.openxmlformats.org/officeDocument/2006/relationships/slideLayout" Target="../slideLayouts/slideLayout7.xml"/><Relationship Id="rId6" Type="http://schemas.openxmlformats.org/officeDocument/2006/relationships/oleObject" Target="../embeddings/oleObject12.bin"/><Relationship Id="rId5" Type="http://schemas.openxmlformats.org/officeDocument/2006/relationships/image" Target="../media/image12.emf"/><Relationship Id="rId4" Type="http://schemas.openxmlformats.org/officeDocument/2006/relationships/oleObject" Target="../embeddings/oleObject11.bin"/><Relationship Id="rId9" Type="http://schemas.openxmlformats.org/officeDocument/2006/relationships/image" Target="../media/image14.e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image" Target="../media/image15.emf"/><Relationship Id="rId7" Type="http://schemas.openxmlformats.org/officeDocument/2006/relationships/image" Target="../media/image17.emf"/><Relationship Id="rId2" Type="http://schemas.openxmlformats.org/officeDocument/2006/relationships/oleObject" Target="../embeddings/oleObject14.bin"/><Relationship Id="rId1" Type="http://schemas.openxmlformats.org/officeDocument/2006/relationships/slideLayout" Target="../slideLayouts/slideLayout7.xml"/><Relationship Id="rId6" Type="http://schemas.openxmlformats.org/officeDocument/2006/relationships/oleObject" Target="../embeddings/oleObject16.bin"/><Relationship Id="rId5" Type="http://schemas.openxmlformats.org/officeDocument/2006/relationships/image" Target="../media/image16.emf"/><Relationship Id="rId4" Type="http://schemas.openxmlformats.org/officeDocument/2006/relationships/oleObject" Target="../embeddings/oleObject15.bin"/><Relationship Id="rId9" Type="http://schemas.openxmlformats.org/officeDocument/2006/relationships/image" Target="../media/image18.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image" Target="../media/image19.emf"/><Relationship Id="rId1" Type="http://schemas.openxmlformats.org/officeDocument/2006/relationships/slideLayout" Target="../slideLayouts/slideLayout7.xml"/><Relationship Id="rId4" Type="http://schemas.openxmlformats.org/officeDocument/2006/relationships/image" Target="../media/image9.wmf"/></Relationships>
</file>

<file path=ppt/slides/_rels/slide17.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image" Target="../media/image20.emf"/><Relationship Id="rId7" Type="http://schemas.openxmlformats.org/officeDocument/2006/relationships/oleObject" Target="../embeddings/oleObject8.bin"/><Relationship Id="rId2" Type="http://schemas.openxmlformats.org/officeDocument/2006/relationships/oleObject" Target="../embeddings/oleObject19.bin"/><Relationship Id="rId1" Type="http://schemas.openxmlformats.org/officeDocument/2006/relationships/slideLayout" Target="../slideLayouts/slideLayout7.xml"/><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oleObject" Target="../embeddings/oleObject20.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21.bin"/><Relationship Id="rId1" Type="http://schemas.openxmlformats.org/officeDocument/2006/relationships/slideLayout" Target="../slideLayouts/slideLayout13.xml"/><Relationship Id="rId5" Type="http://schemas.openxmlformats.org/officeDocument/2006/relationships/image" Target="../media/image24.wmf"/><Relationship Id="rId4" Type="http://schemas.openxmlformats.org/officeDocument/2006/relationships/oleObject" Target="../embeddings/oleObject22.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oleObject" Target="../embeddings/oleObject23.bin"/><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24.bin"/><Relationship Id="rId1" Type="http://schemas.openxmlformats.org/officeDocument/2006/relationships/slideLayout" Target="../slideLayouts/slideLayout13.xml"/><Relationship Id="rId5" Type="http://schemas.openxmlformats.org/officeDocument/2006/relationships/image" Target="../media/image27.wmf"/><Relationship Id="rId4" Type="http://schemas.openxmlformats.org/officeDocument/2006/relationships/oleObject" Target="../embeddings/oleObject25.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26.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27.bin"/><Relationship Id="rId1" Type="http://schemas.openxmlformats.org/officeDocument/2006/relationships/slideLayout" Target="../slideLayouts/slideLayout12.xml"/><Relationship Id="rId5" Type="http://schemas.openxmlformats.org/officeDocument/2006/relationships/image" Target="../media/image30.emf"/><Relationship Id="rId4" Type="http://schemas.openxmlformats.org/officeDocument/2006/relationships/oleObject" Target="../embeddings/oleObject28.bin"/></Relationships>
</file>

<file path=ppt/slides/_rels/slide30.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29.bin"/><Relationship Id="rId1" Type="http://schemas.openxmlformats.org/officeDocument/2006/relationships/slideLayout" Target="../slideLayouts/slideLayout12.xml"/><Relationship Id="rId5" Type="http://schemas.openxmlformats.org/officeDocument/2006/relationships/image" Target="../media/image32.emf"/><Relationship Id="rId4" Type="http://schemas.openxmlformats.org/officeDocument/2006/relationships/oleObject" Target="../embeddings/oleObject30.bin"/></Relationships>
</file>

<file path=ppt/slides/_rels/slide31.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31.bin"/><Relationship Id="rId1" Type="http://schemas.openxmlformats.org/officeDocument/2006/relationships/slideLayout" Target="../slideLayouts/slideLayout12.xml"/><Relationship Id="rId5" Type="http://schemas.openxmlformats.org/officeDocument/2006/relationships/image" Target="../media/image34.emf"/><Relationship Id="rId4" Type="http://schemas.openxmlformats.org/officeDocument/2006/relationships/oleObject" Target="../embeddings/oleObject32.bin"/></Relationships>
</file>

<file path=ppt/slides/_rels/slide32.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33.bin"/><Relationship Id="rId1" Type="http://schemas.openxmlformats.org/officeDocument/2006/relationships/slideLayout" Target="../slideLayouts/slideLayout2.xml"/><Relationship Id="rId5" Type="http://schemas.openxmlformats.org/officeDocument/2006/relationships/image" Target="../media/image36.wmf"/><Relationship Id="rId4" Type="http://schemas.openxmlformats.org/officeDocument/2006/relationships/oleObject" Target="../embeddings/oleObject34.bin"/></Relationships>
</file>

<file path=ppt/slides/_rels/slide33.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34.bin"/><Relationship Id="rId1" Type="http://schemas.openxmlformats.org/officeDocument/2006/relationships/slideLayout" Target="../slideLayouts/slideLayout2.xml"/><Relationship Id="rId5" Type="http://schemas.openxmlformats.org/officeDocument/2006/relationships/image" Target="../media/image37.png"/></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34.bin"/><Relationship Id="rId3" Type="http://schemas.openxmlformats.org/officeDocument/2006/relationships/image" Target="../media/image37.wmf"/><Relationship Id="rId7" Type="http://schemas.openxmlformats.org/officeDocument/2006/relationships/image" Target="../media/image39.wmf"/><Relationship Id="rId2" Type="http://schemas.openxmlformats.org/officeDocument/2006/relationships/oleObject" Target="../embeddings/oleObject35.bin"/><Relationship Id="rId1" Type="http://schemas.openxmlformats.org/officeDocument/2006/relationships/slideLayout" Target="../slideLayouts/slideLayout2.xml"/><Relationship Id="rId6" Type="http://schemas.openxmlformats.org/officeDocument/2006/relationships/oleObject" Target="../embeddings/oleObject37.bin"/><Relationship Id="rId5" Type="http://schemas.openxmlformats.org/officeDocument/2006/relationships/image" Target="../media/image38.wmf"/><Relationship Id="rId4" Type="http://schemas.openxmlformats.org/officeDocument/2006/relationships/oleObject" Target="../embeddings/oleObject36.bin"/><Relationship Id="rId9" Type="http://schemas.openxmlformats.org/officeDocument/2006/relationships/image" Target="../media/image36.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41.bin"/><Relationship Id="rId13" Type="http://schemas.openxmlformats.org/officeDocument/2006/relationships/image" Target="../media/image45.wmf"/><Relationship Id="rId18" Type="http://schemas.openxmlformats.org/officeDocument/2006/relationships/oleObject" Target="../embeddings/oleObject46.bin"/><Relationship Id="rId3" Type="http://schemas.openxmlformats.org/officeDocument/2006/relationships/image" Target="../media/image40.emf"/><Relationship Id="rId7" Type="http://schemas.openxmlformats.org/officeDocument/2006/relationships/image" Target="../media/image42.wmf"/><Relationship Id="rId12" Type="http://schemas.openxmlformats.org/officeDocument/2006/relationships/oleObject" Target="../embeddings/oleObject43.bin"/><Relationship Id="rId17" Type="http://schemas.openxmlformats.org/officeDocument/2006/relationships/image" Target="../media/image47.wmf"/><Relationship Id="rId2" Type="http://schemas.openxmlformats.org/officeDocument/2006/relationships/oleObject" Target="../embeddings/oleObject38.bin"/><Relationship Id="rId16" Type="http://schemas.openxmlformats.org/officeDocument/2006/relationships/oleObject" Target="../embeddings/oleObject45.bin"/><Relationship Id="rId1" Type="http://schemas.openxmlformats.org/officeDocument/2006/relationships/slideLayout" Target="../slideLayouts/slideLayout2.xml"/><Relationship Id="rId6" Type="http://schemas.openxmlformats.org/officeDocument/2006/relationships/oleObject" Target="../embeddings/oleObject40.bin"/><Relationship Id="rId11" Type="http://schemas.openxmlformats.org/officeDocument/2006/relationships/image" Target="../media/image44.wmf"/><Relationship Id="rId5" Type="http://schemas.openxmlformats.org/officeDocument/2006/relationships/image" Target="../media/image41.emf"/><Relationship Id="rId15" Type="http://schemas.openxmlformats.org/officeDocument/2006/relationships/image" Target="../media/image46.wmf"/><Relationship Id="rId10" Type="http://schemas.openxmlformats.org/officeDocument/2006/relationships/oleObject" Target="../embeddings/oleObject42.bin"/><Relationship Id="rId19" Type="http://schemas.openxmlformats.org/officeDocument/2006/relationships/image" Target="../media/image48.wmf"/><Relationship Id="rId4" Type="http://schemas.openxmlformats.org/officeDocument/2006/relationships/oleObject" Target="../embeddings/oleObject39.bin"/><Relationship Id="rId9" Type="http://schemas.openxmlformats.org/officeDocument/2006/relationships/image" Target="../media/image43.wmf"/><Relationship Id="rId14" Type="http://schemas.openxmlformats.org/officeDocument/2006/relationships/oleObject" Target="../embeddings/oleObject44.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9E74E9AA-F26D-422D-9687-EEA770175CC5}"/>
              </a:ext>
            </a:extLst>
          </p:cNvPr>
          <p:cNvSpPr>
            <a:spLocks noGrp="1" noChangeArrowheads="1"/>
          </p:cNvSpPr>
          <p:nvPr>
            <p:ph type="ctrTitle"/>
          </p:nvPr>
        </p:nvSpPr>
        <p:spPr/>
        <p:txBody>
          <a:bodyPr/>
          <a:lstStyle/>
          <a:p>
            <a:r>
              <a:rPr lang="zh-CN" altLang="en-US" sz="4400" b="1">
                <a:solidFill>
                  <a:schemeClr val="tx1"/>
                </a:solidFill>
                <a:effectLst/>
                <a:latin typeface="Times New Roman" panose="02020603050405020304" pitchFamily="18" charset="0"/>
              </a:rPr>
              <a:t>第</a:t>
            </a:r>
            <a:r>
              <a:rPr lang="en-US" altLang="zh-CN" sz="4400" b="1">
                <a:solidFill>
                  <a:schemeClr val="tx1"/>
                </a:solidFill>
                <a:effectLst/>
                <a:latin typeface="Times New Roman" panose="02020603050405020304" pitchFamily="18" charset="0"/>
              </a:rPr>
              <a:t>2</a:t>
            </a:r>
            <a:r>
              <a:rPr lang="zh-CN" altLang="en-US" sz="4400" b="1">
                <a:solidFill>
                  <a:schemeClr val="tx1"/>
                </a:solidFill>
                <a:effectLst/>
                <a:latin typeface="Times New Roman" panose="02020603050405020304" pitchFamily="18" charset="0"/>
              </a:rPr>
              <a:t>节 贝叶斯分类方法  </a:t>
            </a:r>
          </a:p>
        </p:txBody>
      </p:sp>
      <p:sp>
        <p:nvSpPr>
          <p:cNvPr id="97283" name="Rectangle 3">
            <a:extLst>
              <a:ext uri="{FF2B5EF4-FFF2-40B4-BE49-F238E27FC236}">
                <a16:creationId xmlns:a16="http://schemas.microsoft.com/office/drawing/2014/main" id="{9CA5CF14-1EE3-4A11-82D9-27C03F438377}"/>
              </a:ext>
            </a:extLst>
          </p:cNvPr>
          <p:cNvSpPr>
            <a:spLocks noGrp="1" noChangeArrowheads="1"/>
          </p:cNvSpPr>
          <p:nvPr>
            <p:ph type="subTitle" idx="1"/>
          </p:nvPr>
        </p:nvSpPr>
        <p:spPr>
          <a:xfrm>
            <a:off x="1979613" y="3573463"/>
            <a:ext cx="6400800" cy="1752600"/>
          </a:xfrm>
        </p:spPr>
        <p:txBody>
          <a:bodyPr/>
          <a:lstStyle/>
          <a:p>
            <a:r>
              <a:rPr lang="en-US" altLang="zh-CN" b="1">
                <a:latin typeface="Times New Roman" panose="02020603050405020304" pitchFamily="18" charset="0"/>
              </a:rPr>
              <a:t>——</a:t>
            </a:r>
            <a:r>
              <a:rPr lang="zh-CN" altLang="en-US" b="1">
                <a:latin typeface="Times New Roman" panose="02020603050405020304" pitchFamily="18" charset="0"/>
              </a:rPr>
              <a:t>贝叶斯基本原理</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F52D60A8-4B90-4333-92F7-55E3DF5F09AB}"/>
              </a:ext>
            </a:extLst>
          </p:cNvPr>
          <p:cNvSpPr>
            <a:spLocks noGrp="1" noChangeArrowheads="1"/>
          </p:cNvSpPr>
          <p:nvPr>
            <p:ph type="title"/>
          </p:nvPr>
        </p:nvSpPr>
        <p:spPr>
          <a:xfrm>
            <a:off x="468313" y="549275"/>
            <a:ext cx="7772400" cy="684213"/>
          </a:xfrm>
          <a:noFill/>
          <a:ln/>
        </p:spPr>
        <p:txBody>
          <a:bodyPr/>
          <a:lstStyle/>
          <a:p>
            <a:pPr algn="l"/>
            <a:r>
              <a:rPr lang="zh-CN" altLang="en-US" sz="3600" b="1">
                <a:solidFill>
                  <a:srgbClr val="FF0000"/>
                </a:solidFill>
                <a:effectLst/>
                <a:latin typeface="Times New Roman" panose="02020603050405020304" pitchFamily="18" charset="0"/>
              </a:rPr>
              <a:t>一、贝叶斯分类原理 </a:t>
            </a:r>
          </a:p>
        </p:txBody>
      </p:sp>
      <p:sp>
        <p:nvSpPr>
          <p:cNvPr id="78851" name="Rectangle 3">
            <a:extLst>
              <a:ext uri="{FF2B5EF4-FFF2-40B4-BE49-F238E27FC236}">
                <a16:creationId xmlns:a16="http://schemas.microsoft.com/office/drawing/2014/main" id="{06A13EE4-EAE8-4F93-80DE-9966EB4F9549}"/>
              </a:ext>
            </a:extLst>
          </p:cNvPr>
          <p:cNvSpPr>
            <a:spLocks noGrp="1" noChangeArrowheads="1"/>
          </p:cNvSpPr>
          <p:nvPr>
            <p:ph type="body" idx="1"/>
          </p:nvPr>
        </p:nvSpPr>
        <p:spPr>
          <a:xfrm>
            <a:off x="539750" y="1628775"/>
            <a:ext cx="8175625" cy="5229225"/>
          </a:xfrm>
          <a:noFill/>
          <a:ln/>
        </p:spPr>
        <p:txBody>
          <a:bodyPr/>
          <a:lstStyle/>
          <a:p>
            <a:pPr marL="0" indent="12700" algn="just">
              <a:buFontTx/>
              <a:buNone/>
            </a:pPr>
            <a:r>
              <a:rPr lang="zh-CN" altLang="en-US" b="1">
                <a:latin typeface="宋体" panose="02010600030101010101" pitchFamily="2" charset="-122"/>
              </a:rPr>
              <a:t>一个例子：</a:t>
            </a:r>
          </a:p>
          <a:p>
            <a:pPr marL="0" indent="12700">
              <a:buFontTx/>
              <a:buNone/>
            </a:pPr>
            <a:r>
              <a:rPr lang="zh-CN" altLang="en-US" sz="2800" b="1">
                <a:latin typeface="宋体" panose="02010600030101010101" pitchFamily="2" charset="-122"/>
              </a:rPr>
              <a:t>   某汽车公司下属有两个汽车制造厂，如下表：</a:t>
            </a:r>
          </a:p>
          <a:p>
            <a:pPr marL="0" indent="12700">
              <a:buFontTx/>
              <a:buNone/>
            </a:pPr>
            <a:r>
              <a:rPr lang="zh-CN" altLang="en-US" b="1"/>
              <a:t>              </a:t>
            </a:r>
            <a:r>
              <a:rPr lang="zh-CN" altLang="en-US" sz="2800" b="1">
                <a:solidFill>
                  <a:srgbClr val="FF00FF"/>
                </a:solidFill>
              </a:rPr>
              <a:t>厂名　　     产品份额　　　   次品率</a:t>
            </a:r>
          </a:p>
          <a:p>
            <a:pPr marL="0" indent="12700">
              <a:lnSpc>
                <a:spcPct val="125000"/>
              </a:lnSpc>
              <a:buFontTx/>
              <a:buNone/>
            </a:pPr>
            <a:r>
              <a:rPr lang="zh-CN" altLang="en-US" b="1"/>
              <a:t>    　　  </a:t>
            </a:r>
            <a:r>
              <a:rPr lang="zh-CN" altLang="en-US" sz="2400" b="1"/>
              <a:t>甲厂　                  </a:t>
            </a:r>
            <a:r>
              <a:rPr lang="en-US" altLang="zh-CN" sz="2400" b="1">
                <a:latin typeface="Times New Roman" panose="02020603050405020304" pitchFamily="18" charset="0"/>
              </a:rPr>
              <a:t>40%</a:t>
            </a:r>
            <a:r>
              <a:rPr lang="zh-CN" altLang="en-US" sz="2400" b="1"/>
              <a:t>　　                    </a:t>
            </a:r>
            <a:r>
              <a:rPr lang="en-US" altLang="zh-CN" sz="2400" b="1">
                <a:latin typeface="Times New Roman" panose="02020603050405020304" pitchFamily="18" charset="0"/>
              </a:rPr>
              <a:t>1%</a:t>
            </a:r>
            <a:br>
              <a:rPr lang="en-US" altLang="zh-CN" sz="2400" b="1"/>
            </a:br>
            <a:r>
              <a:rPr lang="zh-CN" altLang="en-US" sz="2400" b="1"/>
              <a:t>　              </a:t>
            </a:r>
            <a:r>
              <a:rPr lang="zh-CN" altLang="en-US" sz="2400" b="1">
                <a:latin typeface="Times New Roman" panose="02020603050405020304" pitchFamily="18" charset="0"/>
              </a:rPr>
              <a:t>乙厂　                     </a:t>
            </a:r>
            <a:r>
              <a:rPr lang="en-US" altLang="zh-CN" sz="2400" b="1">
                <a:latin typeface="Times New Roman" panose="02020603050405020304" pitchFamily="18" charset="0"/>
              </a:rPr>
              <a:t>60%</a:t>
            </a:r>
            <a:r>
              <a:rPr lang="zh-CN" altLang="en-US" sz="2400" b="1">
                <a:latin typeface="Times New Roman" panose="02020603050405020304" pitchFamily="18" charset="0"/>
              </a:rPr>
              <a:t>　　                      </a:t>
            </a:r>
            <a:r>
              <a:rPr lang="en-US" altLang="zh-CN" sz="2400" b="1">
                <a:latin typeface="Times New Roman" panose="02020603050405020304" pitchFamily="18" charset="0"/>
              </a:rPr>
              <a:t>2% </a:t>
            </a:r>
            <a:br>
              <a:rPr lang="en-US" altLang="zh-CN" sz="2400" b="1"/>
            </a:br>
            <a:r>
              <a:rPr lang="zh-CN" altLang="en-US" sz="2800" b="1">
                <a:solidFill>
                  <a:srgbClr val="FF00FF"/>
                </a:solidFill>
              </a:rPr>
              <a:t>问：从公司生产的汽车中随机抽取一辆为次品，更可能是哪个厂生产的？</a:t>
            </a:r>
            <a:endParaRPr lang="zh-CN" altLang="en-US" sz="2400"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0BAEF385-14ED-4877-B401-B4D60895375C}"/>
              </a:ext>
            </a:extLst>
          </p:cNvPr>
          <p:cNvSpPr>
            <a:spLocks noGrp="1" noChangeArrowheads="1"/>
          </p:cNvSpPr>
          <p:nvPr>
            <p:ph type="body" sz="half" idx="1"/>
          </p:nvPr>
        </p:nvSpPr>
        <p:spPr>
          <a:xfrm>
            <a:off x="462756" y="1050144"/>
            <a:ext cx="8218487" cy="2882911"/>
          </a:xfrm>
        </p:spPr>
        <p:txBody>
          <a:bodyPr/>
          <a:lstStyle/>
          <a:p>
            <a:pPr marL="0" indent="0">
              <a:lnSpc>
                <a:spcPct val="150000"/>
              </a:lnSpc>
              <a:buFontTx/>
              <a:buNone/>
            </a:pPr>
            <a:r>
              <a:rPr lang="zh-CN" altLang="zh-CN" b="1" dirty="0">
                <a:solidFill>
                  <a:srgbClr val="FF00FF"/>
                </a:solidFill>
                <a:latin typeface="Times New Roman" panose="02020603050405020304" pitchFamily="18" charset="0"/>
              </a:rPr>
              <a:t>条件概率:</a:t>
            </a:r>
          </a:p>
          <a:p>
            <a:pPr marL="0" indent="0">
              <a:lnSpc>
                <a:spcPct val="150000"/>
              </a:lnSpc>
              <a:buFontTx/>
              <a:buNone/>
            </a:pPr>
            <a:r>
              <a:rPr lang="zh-CN" altLang="zh-CN" b="1" dirty="0">
                <a:latin typeface="宋体" panose="02010600030101010101" pitchFamily="2" charset="-122"/>
              </a:rPr>
              <a:t>    </a:t>
            </a:r>
            <a:r>
              <a:rPr lang="zh-CN" altLang="zh-CN" sz="2800" b="1" dirty="0">
                <a:latin typeface="宋体" panose="02010600030101010101" pitchFamily="2" charset="-122"/>
              </a:rPr>
              <a:t>在参数</a:t>
            </a:r>
            <a:r>
              <a:rPr lang="zh-CN" altLang="zh-CN" sz="2800" b="1" i="1" dirty="0">
                <a:latin typeface="宋体" panose="02010600030101010101" pitchFamily="2" charset="-122"/>
                <a:sym typeface="Symbol" panose="05050102010706020507" pitchFamily="18" charset="2"/>
              </a:rPr>
              <a:t> </a:t>
            </a:r>
            <a:r>
              <a:rPr lang="zh-CN" altLang="zh-CN" sz="2800" b="1" dirty="0">
                <a:latin typeface="宋体" panose="02010600030101010101" pitchFamily="2" charset="-122"/>
              </a:rPr>
              <a:t>存在的条件下，事件 </a:t>
            </a:r>
            <a:r>
              <a:rPr lang="zh-CN" altLang="zh-CN" sz="2800" b="1" i="1" dirty="0">
                <a:latin typeface="Times New Roman" panose="02020603050405020304" pitchFamily="18" charset="0"/>
              </a:rPr>
              <a:t>x  </a:t>
            </a:r>
            <a:r>
              <a:rPr lang="zh-CN" altLang="zh-CN" sz="2800" b="1" dirty="0">
                <a:latin typeface="宋体" panose="02010600030101010101" pitchFamily="2" charset="-122"/>
              </a:rPr>
              <a:t>发生的概率称为在</a:t>
            </a:r>
            <a:r>
              <a:rPr lang="zh-CN" altLang="zh-CN" sz="2800" b="1" i="1" dirty="0">
                <a:latin typeface="Times New Roman" panose="02020603050405020304" pitchFamily="18" charset="0"/>
                <a:sym typeface="Symbol" panose="05050102010706020507" pitchFamily="18" charset="2"/>
              </a:rPr>
              <a:t>  </a:t>
            </a:r>
            <a:r>
              <a:rPr lang="zh-CN" altLang="zh-CN" sz="2800" b="1" dirty="0">
                <a:latin typeface="宋体" panose="02010600030101010101" pitchFamily="2" charset="-122"/>
              </a:rPr>
              <a:t>存在的条件下 </a:t>
            </a:r>
            <a:r>
              <a:rPr lang="zh-CN" altLang="zh-CN" sz="2800" b="1" i="1" dirty="0">
                <a:latin typeface="Times New Roman" panose="02020603050405020304" pitchFamily="18" charset="0"/>
              </a:rPr>
              <a:t>x  </a:t>
            </a:r>
            <a:r>
              <a:rPr lang="zh-CN" altLang="zh-CN" sz="2800" b="1" dirty="0">
                <a:latin typeface="宋体" panose="02010600030101010101" pitchFamily="2" charset="-122"/>
              </a:rPr>
              <a:t>发生的条件概率，并记为：</a:t>
            </a:r>
            <a:endParaRPr lang="zh-CN" altLang="en-US" b="1" dirty="0">
              <a:latin typeface="Times New Roman" panose="02020603050405020304" pitchFamily="18" charset="0"/>
            </a:endParaRPr>
          </a:p>
        </p:txBody>
      </p:sp>
      <p:graphicFrame>
        <p:nvGraphicFramePr>
          <p:cNvPr id="102403" name="Object 3">
            <a:extLst>
              <a:ext uri="{FF2B5EF4-FFF2-40B4-BE49-F238E27FC236}">
                <a16:creationId xmlns:a16="http://schemas.microsoft.com/office/drawing/2014/main" id="{6EC210DC-D219-45E7-BE57-A07728F93CFA}"/>
              </a:ext>
            </a:extLst>
          </p:cNvPr>
          <p:cNvGraphicFramePr>
            <a:graphicFrameLocks noGrp="1" noChangeAspect="1"/>
          </p:cNvGraphicFramePr>
          <p:nvPr>
            <p:ph sz="half" idx="2"/>
            <p:extLst>
              <p:ext uri="{D42A27DB-BD31-4B8C-83A1-F6EECF244321}">
                <p14:modId xmlns:p14="http://schemas.microsoft.com/office/powerpoint/2010/main" val="484606340"/>
              </p:ext>
            </p:extLst>
          </p:nvPr>
        </p:nvGraphicFramePr>
        <p:xfrm>
          <a:off x="2771800" y="3920412"/>
          <a:ext cx="2927350" cy="1093787"/>
        </p:xfrm>
        <a:graphic>
          <a:graphicData uri="http://schemas.openxmlformats.org/presentationml/2006/ole">
            <mc:AlternateContent xmlns:mc="http://schemas.openxmlformats.org/markup-compatibility/2006">
              <mc:Choice xmlns:v="urn:schemas-microsoft-com:vml" Requires="v">
                <p:oleObj name="公式" r:id="rId2" imgW="1155600" imgH="431640" progId="Equation.3">
                  <p:embed/>
                </p:oleObj>
              </mc:Choice>
              <mc:Fallback>
                <p:oleObj name="公式" r:id="rId2" imgW="1155600" imgH="43164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800" y="3920412"/>
                        <a:ext cx="2927350" cy="1093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Rectangle 3">
            <a:extLst>
              <a:ext uri="{FF2B5EF4-FFF2-40B4-BE49-F238E27FC236}">
                <a16:creationId xmlns:a16="http://schemas.microsoft.com/office/drawing/2014/main" id="{E0DC78B5-DA93-4A2F-9A11-567985CE12B0}"/>
              </a:ext>
            </a:extLst>
          </p:cNvPr>
          <p:cNvSpPr>
            <a:spLocks noGrp="1" noChangeArrowheads="1"/>
          </p:cNvSpPr>
          <p:nvPr>
            <p:ph type="body" idx="1"/>
          </p:nvPr>
        </p:nvSpPr>
        <p:spPr>
          <a:xfrm>
            <a:off x="468313" y="765175"/>
            <a:ext cx="8496300" cy="5661025"/>
          </a:xfrm>
          <a:noFill/>
          <a:ln/>
        </p:spPr>
        <p:txBody>
          <a:bodyPr/>
          <a:lstStyle/>
          <a:p>
            <a:pPr marL="0" indent="12700">
              <a:buFontTx/>
              <a:buNone/>
            </a:pPr>
            <a:r>
              <a:rPr lang="zh-CN" altLang="zh-CN" sz="2800" b="1">
                <a:solidFill>
                  <a:srgbClr val="FFFF00"/>
                </a:solidFill>
                <a:latin typeface="Times New Roman" panose="02020603050405020304" pitchFamily="18" charset="0"/>
              </a:rPr>
              <a:t>取：</a:t>
            </a:r>
          </a:p>
          <a:p>
            <a:pPr marL="0" indent="12700">
              <a:buFontTx/>
              <a:buNone/>
            </a:pPr>
            <a:r>
              <a:rPr lang="zh-CN" altLang="zh-CN" sz="2800" b="1">
                <a:latin typeface="宋体" panose="02010600030101010101" pitchFamily="2" charset="-122"/>
              </a:rPr>
              <a:t>   </a:t>
            </a:r>
            <a:r>
              <a:rPr lang="zh-CN" altLang="zh-CN" sz="2400" b="1">
                <a:latin typeface="Times New Roman" panose="02020603050405020304" pitchFamily="18" charset="0"/>
              </a:rPr>
              <a:t>参数  </a:t>
            </a:r>
            <a:r>
              <a:rPr lang="zh-CN" altLang="zh-CN" sz="2400" b="1" i="1">
                <a:latin typeface="Times New Roman" panose="02020603050405020304" pitchFamily="18" charset="0"/>
                <a:sym typeface="Symbol" panose="05050102010706020507" pitchFamily="18" charset="2"/>
              </a:rPr>
              <a:t> </a:t>
            </a:r>
            <a:r>
              <a:rPr lang="zh-CN" altLang="zh-CN" sz="2400" b="1" baseline="-25000">
                <a:latin typeface="Times New Roman" panose="02020603050405020304" pitchFamily="18" charset="0"/>
              </a:rPr>
              <a:t>1</a:t>
            </a:r>
            <a:r>
              <a:rPr lang="zh-CN" altLang="zh-CN" sz="2400" b="1">
                <a:latin typeface="Times New Roman" panose="02020603050405020304" pitchFamily="18" charset="0"/>
              </a:rPr>
              <a:t>  = </a:t>
            </a:r>
            <a:r>
              <a:rPr lang="zh-CN" altLang="zh-CN" sz="2400" b="1">
                <a:latin typeface="Times New Roman" panose="02020603050405020304" pitchFamily="18" charset="0"/>
                <a:sym typeface="Symbol" panose="05050102010706020507" pitchFamily="18" charset="2"/>
              </a:rPr>
              <a:t>甲厂出产</a:t>
            </a:r>
          </a:p>
          <a:p>
            <a:pPr marL="0" indent="12700">
              <a:buFontTx/>
              <a:buNone/>
            </a:pPr>
            <a:r>
              <a:rPr lang="zh-CN" altLang="zh-CN" sz="2400" b="1">
                <a:latin typeface="Times New Roman" panose="02020603050405020304" pitchFamily="18" charset="0"/>
                <a:sym typeface="Symbol" panose="05050102010706020507" pitchFamily="18" charset="2"/>
              </a:rPr>
              <a:t>        参数 </a:t>
            </a:r>
            <a:r>
              <a:rPr lang="zh-CN" altLang="zh-CN" sz="2400" b="1" i="1">
                <a:latin typeface="Times New Roman" panose="02020603050405020304" pitchFamily="18" charset="0"/>
                <a:sym typeface="Symbol" panose="05050102010706020507" pitchFamily="18" charset="2"/>
              </a:rPr>
              <a:t> </a:t>
            </a:r>
            <a:r>
              <a:rPr lang="zh-CN" altLang="zh-CN" sz="2400" b="1" baseline="-25000">
                <a:latin typeface="Times New Roman" panose="02020603050405020304" pitchFamily="18" charset="0"/>
                <a:sym typeface="Symbol" panose="05050102010706020507" pitchFamily="18" charset="2"/>
              </a:rPr>
              <a:t>2</a:t>
            </a:r>
            <a:r>
              <a:rPr lang="zh-CN" altLang="zh-CN" sz="2400" b="1">
                <a:latin typeface="Times New Roman" panose="02020603050405020304" pitchFamily="18" charset="0"/>
                <a:sym typeface="Symbol" panose="05050102010706020507" pitchFamily="18" charset="2"/>
              </a:rPr>
              <a:t>  = 乙厂出产</a:t>
            </a:r>
          </a:p>
          <a:p>
            <a:pPr marL="0" indent="12700">
              <a:buFontTx/>
              <a:buNone/>
            </a:pPr>
            <a:r>
              <a:rPr lang="zh-CN" altLang="zh-CN" sz="2400" b="1">
                <a:latin typeface="Times New Roman" panose="02020603050405020304" pitchFamily="18" charset="0"/>
                <a:sym typeface="Symbol" panose="05050102010706020507" pitchFamily="18" charset="2"/>
              </a:rPr>
              <a:t>        事件 </a:t>
            </a:r>
            <a:r>
              <a:rPr lang="zh-CN" altLang="zh-CN" sz="2400" b="1" i="1">
                <a:latin typeface="Times New Roman" panose="02020603050405020304" pitchFamily="18" charset="0"/>
                <a:sym typeface="Symbol" panose="05050102010706020507" pitchFamily="18" charset="2"/>
              </a:rPr>
              <a:t>x</a:t>
            </a:r>
            <a:r>
              <a:rPr lang="zh-CN" altLang="zh-CN" sz="2400" b="1">
                <a:latin typeface="Times New Roman" panose="02020603050405020304" pitchFamily="18" charset="0"/>
                <a:sym typeface="Symbol" panose="05050102010706020507" pitchFamily="18" charset="2"/>
              </a:rPr>
              <a:t>  =  出现次品</a:t>
            </a:r>
          </a:p>
          <a:p>
            <a:pPr marL="0" indent="12700">
              <a:buFontTx/>
              <a:buNone/>
            </a:pPr>
            <a:endParaRPr lang="zh-CN" altLang="en-US" sz="2400" b="1">
              <a:latin typeface="Times New Roman" panose="02020603050405020304" pitchFamily="18" charset="0"/>
            </a:endParaRPr>
          </a:p>
          <a:p>
            <a:pPr marL="0" indent="12700">
              <a:lnSpc>
                <a:spcPct val="125000"/>
              </a:lnSpc>
              <a:buFontTx/>
              <a:buNone/>
            </a:pPr>
            <a:r>
              <a:rPr lang="zh-CN" altLang="en-US" sz="2400" b="1">
                <a:latin typeface="Times New Roman" panose="02020603050405020304" pitchFamily="18" charset="0"/>
              </a:rPr>
              <a:t>例子问题应求：</a:t>
            </a:r>
            <a:r>
              <a:rPr lang="en-US" altLang="zh-CN" sz="2800" b="1" i="1">
                <a:solidFill>
                  <a:srgbClr val="FF00FF"/>
                </a:solidFill>
                <a:latin typeface="Times New Roman" panose="02020603050405020304" pitchFamily="18" charset="0"/>
              </a:rPr>
              <a:t>p </a:t>
            </a:r>
            <a:r>
              <a:rPr lang="en-US" altLang="zh-CN" sz="2800" b="1">
                <a:solidFill>
                  <a:srgbClr val="FF00FF"/>
                </a:solidFill>
                <a:latin typeface="Times New Roman" panose="02020603050405020304" pitchFamily="18" charset="0"/>
              </a:rPr>
              <a:t>(</a:t>
            </a:r>
            <a:r>
              <a:rPr lang="en-US" altLang="zh-CN" sz="2800" b="1" i="1">
                <a:solidFill>
                  <a:srgbClr val="FF00FF"/>
                </a:solidFill>
                <a:latin typeface="Times New Roman" panose="02020603050405020304" pitchFamily="18" charset="0"/>
                <a:sym typeface="Symbol" panose="05050102010706020507" pitchFamily="18" charset="2"/>
              </a:rPr>
              <a:t></a:t>
            </a:r>
            <a:r>
              <a:rPr lang="en-US" altLang="zh-CN" sz="2800" b="1" baseline="-25000">
                <a:solidFill>
                  <a:srgbClr val="FF00FF"/>
                </a:solidFill>
                <a:latin typeface="Times New Roman" panose="02020603050405020304" pitchFamily="18" charset="0"/>
                <a:sym typeface="Symbol" panose="05050102010706020507" pitchFamily="18" charset="2"/>
              </a:rPr>
              <a:t>1</a:t>
            </a:r>
            <a:r>
              <a:rPr lang="en-US" altLang="zh-CN" sz="2800" b="1">
                <a:solidFill>
                  <a:srgbClr val="FF00FF"/>
                </a:solidFill>
                <a:latin typeface="Times New Roman" panose="02020603050405020304" pitchFamily="18" charset="0"/>
              </a:rPr>
              <a:t> | </a:t>
            </a:r>
            <a:r>
              <a:rPr lang="en-US" altLang="zh-CN" sz="2800" b="1" i="1">
                <a:solidFill>
                  <a:srgbClr val="FF00FF"/>
                </a:solidFill>
                <a:latin typeface="Times New Roman" panose="02020603050405020304" pitchFamily="18" charset="0"/>
              </a:rPr>
              <a:t>x</a:t>
            </a:r>
            <a:r>
              <a:rPr lang="en-US" altLang="zh-CN" sz="2800" b="1" baseline="-25000">
                <a:solidFill>
                  <a:srgbClr val="FF00FF"/>
                </a:solidFill>
                <a:latin typeface="Times New Roman" panose="02020603050405020304" pitchFamily="18" charset="0"/>
              </a:rPr>
              <a:t> </a:t>
            </a:r>
            <a:r>
              <a:rPr lang="en-US" altLang="zh-CN" sz="2800" b="1">
                <a:solidFill>
                  <a:srgbClr val="FF00FF"/>
                </a:solidFill>
                <a:latin typeface="Times New Roman" panose="02020603050405020304" pitchFamily="18" charset="0"/>
              </a:rPr>
              <a:t>)</a:t>
            </a:r>
            <a:r>
              <a:rPr lang="zh-CN" altLang="en-US" sz="2400" b="1">
                <a:latin typeface="Times New Roman" panose="02020603050405020304" pitchFamily="18" charset="0"/>
              </a:rPr>
              <a:t>和 </a:t>
            </a:r>
            <a:r>
              <a:rPr lang="en-US" altLang="zh-CN" sz="2800" b="1" i="1">
                <a:solidFill>
                  <a:srgbClr val="FF00FF"/>
                </a:solidFill>
                <a:latin typeface="Times New Roman" panose="02020603050405020304" pitchFamily="18" charset="0"/>
              </a:rPr>
              <a:t>p</a:t>
            </a:r>
            <a:r>
              <a:rPr lang="en-US" altLang="zh-CN" sz="2800" b="1">
                <a:solidFill>
                  <a:srgbClr val="FF00FF"/>
                </a:solidFill>
                <a:latin typeface="Times New Roman" panose="02020603050405020304" pitchFamily="18" charset="0"/>
              </a:rPr>
              <a:t> (</a:t>
            </a:r>
            <a:r>
              <a:rPr lang="en-US" altLang="zh-CN" sz="2800" b="1" i="1">
                <a:solidFill>
                  <a:srgbClr val="FF00FF"/>
                </a:solidFill>
                <a:latin typeface="Times New Roman" panose="02020603050405020304" pitchFamily="18" charset="0"/>
                <a:sym typeface="Symbol" panose="05050102010706020507" pitchFamily="18" charset="2"/>
              </a:rPr>
              <a:t></a:t>
            </a:r>
            <a:r>
              <a:rPr lang="en-US" altLang="zh-CN" sz="2800" b="1" baseline="-25000">
                <a:solidFill>
                  <a:srgbClr val="FF00FF"/>
                </a:solidFill>
                <a:latin typeface="Times New Roman" panose="02020603050405020304" pitchFamily="18" charset="0"/>
                <a:sym typeface="Symbol" panose="05050102010706020507" pitchFamily="18" charset="2"/>
              </a:rPr>
              <a:t>2</a:t>
            </a:r>
            <a:r>
              <a:rPr lang="en-US" altLang="zh-CN" sz="2800" b="1">
                <a:solidFill>
                  <a:srgbClr val="FF00FF"/>
                </a:solidFill>
                <a:latin typeface="Times New Roman" panose="02020603050405020304" pitchFamily="18" charset="0"/>
              </a:rPr>
              <a:t> | </a:t>
            </a:r>
            <a:r>
              <a:rPr lang="en-US" altLang="zh-CN" sz="2800" b="1" i="1">
                <a:solidFill>
                  <a:srgbClr val="FF00FF"/>
                </a:solidFill>
                <a:latin typeface="Times New Roman" panose="02020603050405020304" pitchFamily="18" charset="0"/>
              </a:rPr>
              <a:t>x </a:t>
            </a:r>
            <a:r>
              <a:rPr lang="en-US" altLang="zh-CN" sz="2800" b="1">
                <a:solidFill>
                  <a:srgbClr val="FF00FF"/>
                </a:solidFill>
                <a:latin typeface="Times New Roman" panose="02020603050405020304" pitchFamily="18" charset="0"/>
              </a:rPr>
              <a:t>)</a:t>
            </a:r>
            <a:r>
              <a:rPr lang="en-US" altLang="zh-CN" sz="2800" b="1"/>
              <a:t> </a:t>
            </a:r>
            <a:r>
              <a:rPr lang="zh-CN" altLang="en-US" sz="2800" b="1"/>
              <a:t>，</a:t>
            </a:r>
            <a:r>
              <a:rPr lang="zh-CN" altLang="en-US" sz="2400" b="1">
                <a:solidFill>
                  <a:srgbClr val="FF00FF"/>
                </a:solidFill>
              </a:rPr>
              <a:t>与条件概率不同</a:t>
            </a:r>
            <a:r>
              <a:rPr lang="zh-CN" altLang="en-US" sz="2400" b="1"/>
              <a:t>。</a:t>
            </a:r>
          </a:p>
          <a:p>
            <a:pPr marL="0" indent="12700">
              <a:lnSpc>
                <a:spcPct val="125000"/>
              </a:lnSpc>
              <a:buFontTx/>
              <a:buNone/>
            </a:pPr>
            <a:r>
              <a:rPr lang="zh-CN" altLang="en-US" sz="2800" b="1">
                <a:solidFill>
                  <a:srgbClr val="FFFF00"/>
                </a:solidFill>
                <a:latin typeface="Times New Roman" panose="02020603050405020304" pitchFamily="18" charset="0"/>
              </a:rPr>
              <a:t>        </a:t>
            </a:r>
          </a:p>
          <a:p>
            <a:pPr marL="0" indent="12700">
              <a:lnSpc>
                <a:spcPct val="125000"/>
              </a:lnSpc>
              <a:buFontTx/>
              <a:buNone/>
            </a:pPr>
            <a:r>
              <a:rPr lang="zh-CN" altLang="en-US" sz="2800" b="1">
                <a:solidFill>
                  <a:srgbClr val="FFFF00"/>
                </a:solidFill>
                <a:latin typeface="Times New Roman" panose="02020603050405020304" pitchFamily="18" charset="0"/>
              </a:rPr>
              <a:t>        通过比较上述两个概率的大小，就可以知道次品最可能是什么厂生产的。这就是贝叶斯分类的原理。</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1E31987F-CEB7-4655-BFBA-C718FEA151C0}"/>
              </a:ext>
            </a:extLst>
          </p:cNvPr>
          <p:cNvSpPr>
            <a:spLocks noGrp="1" noChangeArrowheads="1"/>
          </p:cNvSpPr>
          <p:nvPr>
            <p:ph type="body" idx="1"/>
          </p:nvPr>
        </p:nvSpPr>
        <p:spPr>
          <a:xfrm>
            <a:off x="395288" y="908050"/>
            <a:ext cx="8291512" cy="5040313"/>
          </a:xfrm>
        </p:spPr>
        <p:txBody>
          <a:bodyPr/>
          <a:lstStyle/>
          <a:p>
            <a:pPr marL="0" indent="0">
              <a:buClr>
                <a:schemeClr val="tx1"/>
              </a:buClr>
              <a:buFontTx/>
              <a:buNone/>
            </a:pPr>
            <a:r>
              <a:rPr lang="zh-CN" altLang="zh-CN" sz="3600" b="1">
                <a:latin typeface="Times New Roman" panose="02020603050405020304" pitchFamily="18" charset="0"/>
              </a:rPr>
              <a:t>1. Bayes概率</a:t>
            </a:r>
          </a:p>
          <a:p>
            <a:pPr marL="0" indent="0">
              <a:lnSpc>
                <a:spcPct val="125000"/>
              </a:lnSpc>
              <a:buClr>
                <a:schemeClr val="tx1"/>
              </a:buClr>
              <a:buFontTx/>
              <a:buNone/>
            </a:pPr>
            <a:r>
              <a:rPr lang="zh-CN" altLang="zh-CN" b="1">
                <a:solidFill>
                  <a:srgbClr val="FF00FF"/>
                </a:solidFill>
                <a:latin typeface="Times New Roman" panose="02020603050405020304" pitchFamily="18" charset="0"/>
              </a:rPr>
              <a:t>1) 先验概率：</a:t>
            </a:r>
          </a:p>
          <a:p>
            <a:pPr marL="0" indent="0">
              <a:lnSpc>
                <a:spcPct val="125000"/>
              </a:lnSpc>
              <a:buClr>
                <a:schemeClr val="tx1"/>
              </a:buClr>
              <a:buFontTx/>
              <a:buNone/>
            </a:pPr>
            <a:r>
              <a:rPr lang="zh-CN" altLang="zh-CN" b="1">
                <a:latin typeface="Times New Roman" panose="02020603050405020304" pitchFamily="18" charset="0"/>
              </a:rPr>
              <a:t>　　</a:t>
            </a:r>
            <a:r>
              <a:rPr lang="zh-CN" altLang="zh-CN" sz="2800" b="1">
                <a:latin typeface="Times New Roman" panose="02020603050405020304" pitchFamily="18" charset="0"/>
              </a:rPr>
              <a:t>根据历史资料或主观判断所确定的参数</a:t>
            </a:r>
            <a:r>
              <a:rPr lang="zh-CN" altLang="zh-CN" sz="2800" b="1" i="1">
                <a:latin typeface="Times New Roman" panose="02020603050405020304" pitchFamily="18" charset="0"/>
                <a:sym typeface="Symbol" panose="05050102010706020507" pitchFamily="18" charset="2"/>
              </a:rPr>
              <a:t> </a:t>
            </a:r>
            <a:r>
              <a:rPr lang="zh-CN" altLang="zh-CN" sz="2800" b="1">
                <a:latin typeface="Times New Roman" panose="02020603050405020304" pitchFamily="18" charset="0"/>
                <a:sym typeface="Symbol" panose="05050102010706020507" pitchFamily="18" charset="2"/>
              </a:rPr>
              <a:t>分布</a:t>
            </a:r>
            <a:r>
              <a:rPr lang="zh-CN" altLang="zh-CN" sz="2800" b="1">
                <a:latin typeface="Times New Roman" panose="02020603050405020304" pitchFamily="18" charset="0"/>
              </a:rPr>
              <a:t>概率 </a:t>
            </a:r>
            <a:r>
              <a:rPr lang="zh-CN" altLang="zh-CN" sz="2800" b="1" i="1">
                <a:solidFill>
                  <a:srgbClr val="FFFF00"/>
                </a:solidFill>
                <a:latin typeface="Times New Roman" panose="02020603050405020304" pitchFamily="18" charset="0"/>
                <a:sym typeface="Symbol" panose="05050102010706020507" pitchFamily="18" charset="2"/>
              </a:rPr>
              <a:t>  </a:t>
            </a:r>
            <a:r>
              <a:rPr lang="zh-CN" altLang="zh-CN" sz="2800" b="1">
                <a:solidFill>
                  <a:srgbClr val="FFFF00"/>
                </a:solidFill>
                <a:latin typeface="Times New Roman" panose="02020603050405020304" pitchFamily="18" charset="0"/>
                <a:sym typeface="Symbol" panose="05050102010706020507" pitchFamily="18" charset="2"/>
              </a:rPr>
              <a:t>( </a:t>
            </a:r>
            <a:r>
              <a:rPr lang="zh-CN" altLang="zh-CN" sz="2800" b="1" i="1">
                <a:solidFill>
                  <a:srgbClr val="FFFF00"/>
                </a:solidFill>
                <a:latin typeface="Times New Roman" panose="02020603050405020304" pitchFamily="18" charset="0"/>
                <a:sym typeface="Symbol" panose="05050102010706020507" pitchFamily="18" charset="2"/>
              </a:rPr>
              <a:t></a:t>
            </a:r>
            <a:r>
              <a:rPr lang="zh-CN" altLang="zh-CN" sz="2800" b="1">
                <a:solidFill>
                  <a:srgbClr val="FFFF00"/>
                </a:solidFill>
                <a:latin typeface="Times New Roman" panose="02020603050405020304" pitchFamily="18" charset="0"/>
                <a:sym typeface="Symbol" panose="05050102010706020507" pitchFamily="18" charset="2"/>
              </a:rPr>
              <a:t> )</a:t>
            </a:r>
            <a:r>
              <a:rPr lang="zh-CN" altLang="zh-CN" sz="2800" b="1">
                <a:latin typeface="Times New Roman" panose="02020603050405020304" pitchFamily="18" charset="0"/>
              </a:rPr>
              <a:t>，称为先验概率，或者主观概率。</a:t>
            </a:r>
          </a:p>
          <a:p>
            <a:pPr marL="0" indent="0">
              <a:lnSpc>
                <a:spcPct val="125000"/>
              </a:lnSpc>
              <a:buClr>
                <a:schemeClr val="tx1"/>
              </a:buClr>
              <a:buFontTx/>
              <a:buNone/>
            </a:pPr>
            <a:endParaRPr lang="zh-CN" altLang="zh-CN" sz="2800" b="1">
              <a:latin typeface="Times New Roman" panose="02020603050405020304" pitchFamily="18" charset="0"/>
            </a:endParaRPr>
          </a:p>
          <a:p>
            <a:pPr marL="0" indent="0">
              <a:buFontTx/>
              <a:buNone/>
            </a:pPr>
            <a:r>
              <a:rPr lang="zh-CN" altLang="en-US" sz="2800" b="1">
                <a:solidFill>
                  <a:srgbClr val="FFFF00"/>
                </a:solidFill>
                <a:latin typeface="Times New Roman" panose="02020603050405020304" pitchFamily="18" charset="0"/>
              </a:rPr>
              <a:t>本例中：</a:t>
            </a:r>
          </a:p>
          <a:p>
            <a:pPr marL="0" indent="0">
              <a:buFontTx/>
              <a:buNone/>
            </a:pPr>
            <a:r>
              <a:rPr lang="zh-CN" altLang="en-US" sz="2800" b="1"/>
              <a:t>                   </a:t>
            </a:r>
            <a:r>
              <a:rPr lang="zh-CN" altLang="en-US" sz="2800" b="1" i="1">
                <a:latin typeface="Times New Roman" panose="02020603050405020304" pitchFamily="18" charset="0"/>
                <a:sym typeface="Symbol" panose="05050102010706020507" pitchFamily="18" charset="2"/>
              </a:rPr>
              <a:t></a:t>
            </a:r>
            <a:r>
              <a:rPr lang="zh-CN" altLang="en-US" sz="2800" b="1" i="1">
                <a:latin typeface="Times New Roman" panose="02020603050405020304" pitchFamily="18" charset="0"/>
              </a:rPr>
              <a:t> </a:t>
            </a:r>
            <a:r>
              <a:rPr lang="en-US" altLang="zh-CN" sz="2800" b="1">
                <a:latin typeface="Times New Roman" panose="02020603050405020304" pitchFamily="18" charset="0"/>
              </a:rPr>
              <a:t>(</a:t>
            </a:r>
            <a:r>
              <a:rPr lang="en-US" altLang="zh-CN" sz="2800" b="1" i="1">
                <a:latin typeface="Times New Roman" panose="02020603050405020304" pitchFamily="18" charset="0"/>
                <a:sym typeface="Symbol" panose="05050102010706020507" pitchFamily="18" charset="2"/>
              </a:rPr>
              <a:t></a:t>
            </a:r>
            <a:r>
              <a:rPr lang="en-US" altLang="zh-CN" sz="2800" b="1" baseline="-25000">
                <a:latin typeface="Times New Roman" panose="02020603050405020304" pitchFamily="18" charset="0"/>
              </a:rPr>
              <a:t>1</a:t>
            </a:r>
            <a:r>
              <a:rPr lang="en-US" altLang="zh-CN" sz="2800" b="1">
                <a:latin typeface="Times New Roman" panose="02020603050405020304" pitchFamily="18" charset="0"/>
              </a:rPr>
              <a:t>) = 0.4</a:t>
            </a:r>
          </a:p>
          <a:p>
            <a:pPr marL="0" indent="0">
              <a:buFontTx/>
              <a:buNone/>
            </a:pPr>
            <a:r>
              <a:rPr lang="en-US" altLang="zh-CN" sz="2800" b="1">
                <a:latin typeface="Times New Roman" panose="02020603050405020304" pitchFamily="18" charset="0"/>
              </a:rPr>
              <a:t>                     </a:t>
            </a:r>
            <a:r>
              <a:rPr lang="en-US" altLang="zh-CN" sz="2800" b="1" i="1">
                <a:latin typeface="Times New Roman" panose="02020603050405020304" pitchFamily="18" charset="0"/>
                <a:sym typeface="Symbol" panose="05050102010706020507" pitchFamily="18" charset="2"/>
              </a:rPr>
              <a:t></a:t>
            </a:r>
            <a:r>
              <a:rPr lang="en-US" altLang="zh-CN" sz="2800" b="1" i="1">
                <a:latin typeface="Times New Roman" panose="02020603050405020304" pitchFamily="18" charset="0"/>
              </a:rPr>
              <a:t> </a:t>
            </a:r>
            <a:r>
              <a:rPr lang="en-US" altLang="zh-CN" sz="2800" b="1">
                <a:latin typeface="Times New Roman" panose="02020603050405020304" pitchFamily="18" charset="0"/>
              </a:rPr>
              <a:t>(</a:t>
            </a:r>
            <a:r>
              <a:rPr lang="en-US" altLang="zh-CN" sz="2800" b="1" i="1">
                <a:latin typeface="Times New Roman" panose="02020603050405020304" pitchFamily="18" charset="0"/>
                <a:sym typeface="Symbol" panose="05050102010706020507" pitchFamily="18" charset="2"/>
              </a:rPr>
              <a:t></a:t>
            </a:r>
            <a:r>
              <a:rPr lang="en-US" altLang="zh-CN" sz="2800" b="1" baseline="-25000">
                <a:latin typeface="Times New Roman" panose="02020603050405020304" pitchFamily="18" charset="0"/>
              </a:rPr>
              <a:t>2</a:t>
            </a:r>
            <a:r>
              <a:rPr lang="en-US" altLang="zh-CN" sz="2800" b="1">
                <a:latin typeface="Times New Roman" panose="02020603050405020304" pitchFamily="18" charset="0"/>
              </a:rPr>
              <a:t>) = 0.6           </a:t>
            </a:r>
            <a:r>
              <a:rPr lang="zh-CN" altLang="en-US" sz="2800" b="1">
                <a:latin typeface="Times New Roman" panose="02020603050405020304" pitchFamily="18" charset="0"/>
              </a:rPr>
              <a:t>称为汽车出厂先验概率</a:t>
            </a:r>
            <a:endParaRPr lang="zh-CN" altLang="zh-CN" sz="2400" b="1">
              <a:solidFill>
                <a:srgbClr val="FF00FF"/>
              </a:solidFill>
              <a:latin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00966926-550A-463E-BB2B-2258520591FC}"/>
              </a:ext>
            </a:extLst>
          </p:cNvPr>
          <p:cNvSpPr>
            <a:spLocks noGrp="1" noChangeArrowheads="1"/>
          </p:cNvSpPr>
          <p:nvPr>
            <p:ph type="body" sz="half" idx="1"/>
          </p:nvPr>
        </p:nvSpPr>
        <p:spPr>
          <a:xfrm>
            <a:off x="457200" y="1052513"/>
            <a:ext cx="8002588" cy="5043487"/>
          </a:xfrm>
        </p:spPr>
        <p:txBody>
          <a:bodyPr/>
          <a:lstStyle/>
          <a:p>
            <a:pPr marL="0" indent="0">
              <a:lnSpc>
                <a:spcPct val="125000"/>
              </a:lnSpc>
              <a:buClr>
                <a:schemeClr val="tx1"/>
              </a:buClr>
              <a:buFontTx/>
              <a:buNone/>
            </a:pPr>
            <a:r>
              <a:rPr lang="zh-CN" altLang="zh-CN" b="1">
                <a:solidFill>
                  <a:srgbClr val="FF00FF"/>
                </a:solidFill>
                <a:latin typeface="Times New Roman" panose="02020603050405020304" pitchFamily="18" charset="0"/>
              </a:rPr>
              <a:t>2) 似然函数，联合概率密度：</a:t>
            </a:r>
          </a:p>
          <a:p>
            <a:pPr marL="0" indent="0">
              <a:lnSpc>
                <a:spcPct val="125000"/>
              </a:lnSpc>
              <a:buClr>
                <a:schemeClr val="tx1"/>
              </a:buClr>
              <a:buFontTx/>
              <a:buNone/>
            </a:pPr>
            <a:r>
              <a:rPr lang="zh-CN" altLang="zh-CN" b="1">
                <a:latin typeface="Times New Roman" panose="02020603050405020304" pitchFamily="18" charset="0"/>
              </a:rPr>
              <a:t> </a:t>
            </a:r>
            <a:r>
              <a:rPr lang="zh-CN" altLang="en-US" b="1">
                <a:latin typeface="Times New Roman" panose="02020603050405020304" pitchFamily="18" charset="0"/>
              </a:rPr>
              <a:t> </a:t>
            </a:r>
            <a:r>
              <a:rPr lang="zh-CN" altLang="zh-CN" b="1">
                <a:latin typeface="Times New Roman" panose="02020603050405020304" pitchFamily="18" charset="0"/>
              </a:rPr>
              <a:t> 　</a:t>
            </a:r>
            <a:r>
              <a:rPr lang="zh-CN" altLang="zh-CN" sz="2800" b="1">
                <a:latin typeface="Times New Roman" panose="02020603050405020304" pitchFamily="18" charset="0"/>
              </a:rPr>
              <a:t>在参数</a:t>
            </a:r>
            <a:r>
              <a:rPr lang="zh-CN" altLang="zh-CN" sz="2800" b="1" i="1">
                <a:latin typeface="Times New Roman" panose="02020603050405020304" pitchFamily="18" charset="0"/>
                <a:sym typeface="Symbol" panose="05050102010706020507" pitchFamily="18" charset="2"/>
              </a:rPr>
              <a:t> </a:t>
            </a:r>
            <a:r>
              <a:rPr lang="zh-CN" altLang="zh-CN" sz="2800" b="1">
                <a:latin typeface="Times New Roman" panose="02020603050405020304" pitchFamily="18" charset="0"/>
                <a:sym typeface="Symbol" panose="05050102010706020507" pitchFamily="18" charset="2"/>
              </a:rPr>
              <a:t>存在的条件下，</a:t>
            </a:r>
            <a:r>
              <a:rPr lang="zh-CN" altLang="zh-CN" sz="2800" b="1">
                <a:latin typeface="Times New Roman" panose="02020603050405020304" pitchFamily="18" charset="0"/>
              </a:rPr>
              <a:t>样本数据 </a:t>
            </a:r>
            <a:r>
              <a:rPr lang="zh-CN" altLang="zh-CN" sz="2800" b="1" i="1">
                <a:latin typeface="Times New Roman" panose="02020603050405020304" pitchFamily="18" charset="0"/>
              </a:rPr>
              <a:t>x </a:t>
            </a:r>
            <a:r>
              <a:rPr lang="zh-CN" altLang="zh-CN" sz="2800" b="1">
                <a:latin typeface="Times New Roman" panose="02020603050405020304" pitchFamily="18" charset="0"/>
              </a:rPr>
              <a:t>的概率分布情况，标记为 </a:t>
            </a:r>
            <a:r>
              <a:rPr lang="en-US" altLang="zh-CN" b="1" i="1">
                <a:solidFill>
                  <a:srgbClr val="FFFF00"/>
                </a:solidFill>
                <a:latin typeface="Times New Roman" panose="02020603050405020304" pitchFamily="18" charset="0"/>
              </a:rPr>
              <a:t>L</a:t>
            </a:r>
            <a:r>
              <a:rPr lang="en-US" altLang="zh-CN" b="1">
                <a:solidFill>
                  <a:srgbClr val="FFFF00"/>
                </a:solidFill>
                <a:latin typeface="Times New Roman" panose="02020603050405020304" pitchFamily="18" charset="0"/>
              </a:rPr>
              <a:t> ( </a:t>
            </a:r>
            <a:r>
              <a:rPr lang="en-US" altLang="zh-CN" b="1" i="1">
                <a:solidFill>
                  <a:srgbClr val="FFFF00"/>
                </a:solidFill>
                <a:latin typeface="Times New Roman" panose="02020603050405020304" pitchFamily="18" charset="0"/>
                <a:sym typeface="Symbol" panose="05050102010706020507" pitchFamily="18" charset="2"/>
              </a:rPr>
              <a:t> </a:t>
            </a:r>
            <a:r>
              <a:rPr lang="en-US" altLang="zh-CN" b="1">
                <a:solidFill>
                  <a:srgbClr val="FFFF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1">
                <a:solidFill>
                  <a:srgbClr val="FFFF00"/>
                </a:solidFill>
                <a:latin typeface="Times New Roman" panose="02020603050405020304" pitchFamily="18" charset="0"/>
                <a:sym typeface="Symbol" panose="05050102010706020507" pitchFamily="18" charset="2"/>
              </a:rPr>
              <a:t>)</a:t>
            </a:r>
            <a:r>
              <a:rPr lang="zh-CN" altLang="zh-CN" sz="2800" b="1">
                <a:latin typeface="Times New Roman" panose="02020603050405020304" pitchFamily="18" charset="0"/>
              </a:rPr>
              <a:t> ，或者 </a:t>
            </a:r>
            <a:r>
              <a:rPr lang="zh-CN" altLang="zh-CN" sz="3600" b="1" i="1">
                <a:solidFill>
                  <a:srgbClr val="FFFF00"/>
                </a:solidFill>
                <a:latin typeface="Times New Roman" panose="02020603050405020304" pitchFamily="18" charset="0"/>
              </a:rPr>
              <a:t>p </a:t>
            </a:r>
            <a:r>
              <a:rPr lang="zh-CN" altLang="zh-CN" sz="3600" b="1">
                <a:solidFill>
                  <a:srgbClr val="FFFF00"/>
                </a:solidFill>
                <a:latin typeface="Times New Roman" panose="02020603050405020304" pitchFamily="18" charset="0"/>
              </a:rPr>
              <a:t>( </a:t>
            </a:r>
            <a:r>
              <a:rPr lang="zh-CN" altLang="zh-CN" sz="3600" b="1" i="1">
                <a:solidFill>
                  <a:srgbClr val="FFFF00"/>
                </a:solidFill>
                <a:latin typeface="Times New Roman" panose="02020603050405020304" pitchFamily="18" charset="0"/>
              </a:rPr>
              <a:t>x </a:t>
            </a:r>
            <a:r>
              <a:rPr lang="zh-CN" altLang="zh-CN" sz="3600" b="1">
                <a:solidFill>
                  <a:srgbClr val="FFFF00"/>
                </a:solidFill>
                <a:latin typeface="Times New Roman" panose="02020603050405020304" pitchFamily="18" charset="0"/>
              </a:rPr>
              <a:t>| </a:t>
            </a:r>
            <a:r>
              <a:rPr lang="zh-CN" altLang="zh-CN" sz="3600" b="1" i="1">
                <a:solidFill>
                  <a:srgbClr val="FFFF00"/>
                </a:solidFill>
                <a:latin typeface="Times New Roman" panose="02020603050405020304" pitchFamily="18" charset="0"/>
                <a:sym typeface="Symbol" panose="05050102010706020507" pitchFamily="18" charset="2"/>
              </a:rPr>
              <a:t> </a:t>
            </a:r>
            <a:r>
              <a:rPr lang="zh-CN" altLang="zh-CN" sz="3600" b="1">
                <a:solidFill>
                  <a:srgbClr val="FFFF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zh-CN" sz="3600" b="1">
                <a:solidFill>
                  <a:srgbClr val="FFFF00"/>
                </a:solidFill>
                <a:latin typeface="Times New Roman" panose="02020603050405020304" pitchFamily="18" charset="0"/>
                <a:sym typeface="Symbol" panose="05050102010706020507" pitchFamily="18" charset="2"/>
              </a:rPr>
              <a:t>)</a:t>
            </a:r>
            <a:r>
              <a:rPr lang="zh-CN" altLang="zh-CN" sz="2800" b="1">
                <a:latin typeface="Times New Roman" panose="02020603050405020304" pitchFamily="18" charset="0"/>
              </a:rPr>
              <a:t>。</a:t>
            </a:r>
          </a:p>
          <a:p>
            <a:pPr marL="0" indent="0">
              <a:lnSpc>
                <a:spcPct val="125000"/>
              </a:lnSpc>
              <a:buClr>
                <a:schemeClr val="tx1"/>
              </a:buClr>
              <a:buFontTx/>
              <a:buNone/>
            </a:pPr>
            <a:r>
              <a:rPr lang="zh-CN" altLang="zh-CN" sz="2800" b="1">
                <a:latin typeface="Times New Roman" panose="02020603050405020304" pitchFamily="18" charset="0"/>
              </a:rPr>
              <a:t>        当样本 </a:t>
            </a:r>
            <a:r>
              <a:rPr lang="zh-CN" altLang="zh-CN" sz="2800" b="1" i="1">
                <a:latin typeface="Times New Roman" panose="02020603050405020304" pitchFamily="18" charset="0"/>
              </a:rPr>
              <a:t>x </a:t>
            </a:r>
            <a:r>
              <a:rPr lang="zh-CN" altLang="zh-CN" sz="2800" b="1">
                <a:latin typeface="Times New Roman" panose="02020603050405020304" pitchFamily="18" charset="0"/>
              </a:rPr>
              <a:t>= ( </a:t>
            </a:r>
            <a:r>
              <a:rPr lang="zh-CN" altLang="zh-CN" sz="2800" b="1" i="1">
                <a:latin typeface="Times New Roman" panose="02020603050405020304" pitchFamily="18" charset="0"/>
              </a:rPr>
              <a:t>x</a:t>
            </a:r>
            <a:r>
              <a:rPr lang="zh-CN" altLang="zh-CN" sz="2800" b="1" baseline="-25000">
                <a:latin typeface="Times New Roman" panose="02020603050405020304" pitchFamily="18" charset="0"/>
              </a:rPr>
              <a:t>1</a:t>
            </a:r>
            <a:r>
              <a:rPr lang="zh-CN" altLang="zh-CN" sz="2800" b="1">
                <a:latin typeface="Times New Roman" panose="02020603050405020304" pitchFamily="18" charset="0"/>
              </a:rPr>
              <a:t>,  </a:t>
            </a:r>
            <a:r>
              <a:rPr lang="zh-CN" altLang="zh-CN" sz="2800" b="1" i="1">
                <a:latin typeface="Times New Roman" panose="02020603050405020304" pitchFamily="18" charset="0"/>
              </a:rPr>
              <a:t>x</a:t>
            </a:r>
            <a:r>
              <a:rPr lang="zh-CN" altLang="zh-CN" sz="2800" b="1" baseline="-25000">
                <a:latin typeface="Times New Roman" panose="02020603050405020304" pitchFamily="18" charset="0"/>
              </a:rPr>
              <a:t>2</a:t>
            </a:r>
            <a:r>
              <a:rPr lang="zh-CN" altLang="zh-CN" sz="2800" b="1">
                <a:latin typeface="Times New Roman" panose="02020603050405020304" pitchFamily="18" charset="0"/>
              </a:rPr>
              <a:t>,  …,  </a:t>
            </a:r>
            <a:r>
              <a:rPr lang="zh-CN" altLang="zh-CN" sz="2800" b="1" i="1">
                <a:latin typeface="Times New Roman" panose="02020603050405020304" pitchFamily="18" charset="0"/>
              </a:rPr>
              <a:t>x</a:t>
            </a:r>
            <a:r>
              <a:rPr lang="zh-CN" altLang="zh-CN" sz="2800" b="1" i="1" baseline="-25000">
                <a:latin typeface="Times New Roman" panose="02020603050405020304" pitchFamily="18" charset="0"/>
              </a:rPr>
              <a:t>n </a:t>
            </a:r>
            <a:r>
              <a:rPr lang="zh-CN" altLang="zh-CN" sz="2800" b="1">
                <a:latin typeface="Times New Roman" panose="02020603050405020304" pitchFamily="18" charset="0"/>
              </a:rPr>
              <a:t>)的任意两个分量间两两独立时，可以按下式计算：</a:t>
            </a:r>
            <a:endParaRPr lang="zh-CN" altLang="en-US" sz="2800" b="1">
              <a:latin typeface="Times New Roman" panose="02020603050405020304" pitchFamily="18" charset="0"/>
            </a:endParaRPr>
          </a:p>
        </p:txBody>
      </p:sp>
      <p:graphicFrame>
        <p:nvGraphicFramePr>
          <p:cNvPr id="115715" name="Object 3">
            <a:extLst>
              <a:ext uri="{FF2B5EF4-FFF2-40B4-BE49-F238E27FC236}">
                <a16:creationId xmlns:a16="http://schemas.microsoft.com/office/drawing/2014/main" id="{5F85DD02-DE89-425C-BB67-934E691573C3}"/>
              </a:ext>
            </a:extLst>
          </p:cNvPr>
          <p:cNvGraphicFramePr>
            <a:graphicFrameLocks noGrp="1" noChangeAspect="1"/>
          </p:cNvGraphicFramePr>
          <p:nvPr>
            <p:ph sz="half" idx="2"/>
          </p:nvPr>
        </p:nvGraphicFramePr>
        <p:xfrm>
          <a:off x="1908175" y="4292600"/>
          <a:ext cx="4103688" cy="1173163"/>
        </p:xfrm>
        <a:graphic>
          <a:graphicData uri="http://schemas.openxmlformats.org/presentationml/2006/ole">
            <mc:AlternateContent xmlns:mc="http://schemas.openxmlformats.org/markup-compatibility/2006">
              <mc:Choice xmlns:v="urn:schemas-microsoft-com:vml" Requires="v">
                <p:oleObj name="公式" r:id="rId2" imgW="1511280" imgH="431640" progId="Equation.3">
                  <p:embed/>
                </p:oleObj>
              </mc:Choice>
              <mc:Fallback>
                <p:oleObj name="公式" r:id="rId2" imgW="1511280" imgH="43164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175" y="4292600"/>
                        <a:ext cx="4103688" cy="1173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79B65FC3-9340-43FE-8DFE-F83023FA5CF4}"/>
              </a:ext>
            </a:extLst>
          </p:cNvPr>
          <p:cNvSpPr>
            <a:spLocks noGrp="1" noChangeArrowheads="1"/>
          </p:cNvSpPr>
          <p:nvPr>
            <p:ph type="body" sz="half" idx="1"/>
          </p:nvPr>
        </p:nvSpPr>
        <p:spPr>
          <a:xfrm>
            <a:off x="457200" y="1052513"/>
            <a:ext cx="8002588" cy="5043487"/>
          </a:xfrm>
        </p:spPr>
        <p:txBody>
          <a:bodyPr/>
          <a:lstStyle/>
          <a:p>
            <a:pPr marL="0" indent="0">
              <a:lnSpc>
                <a:spcPct val="125000"/>
              </a:lnSpc>
              <a:buClr>
                <a:schemeClr val="tx1"/>
              </a:buClr>
              <a:buFontTx/>
              <a:buNone/>
            </a:pPr>
            <a:r>
              <a:rPr lang="zh-CN" altLang="en-US" sz="2800" b="1">
                <a:solidFill>
                  <a:srgbClr val="FFFF00"/>
                </a:solidFill>
                <a:latin typeface="Times New Roman" panose="02020603050405020304" pitchFamily="18" charset="0"/>
              </a:rPr>
              <a:t>本例中，</a:t>
            </a:r>
          </a:p>
          <a:p>
            <a:pPr marL="0" indent="0">
              <a:buFontTx/>
              <a:buNone/>
            </a:pPr>
            <a:r>
              <a:rPr lang="zh-CN" altLang="en-US" sz="2800" b="1" i="1">
                <a:latin typeface="Times New Roman" panose="02020603050405020304" pitchFamily="18" charset="0"/>
              </a:rPr>
              <a:t>                   </a:t>
            </a:r>
            <a:r>
              <a:rPr lang="en-US" altLang="zh-CN" sz="2800" b="1" i="1">
                <a:latin typeface="Times New Roman" panose="02020603050405020304" pitchFamily="18" charset="0"/>
              </a:rPr>
              <a:t>p </a:t>
            </a:r>
            <a:r>
              <a:rPr lang="en-US" altLang="zh-CN" sz="2800" b="1">
                <a:latin typeface="Times New Roman" panose="02020603050405020304" pitchFamily="18" charset="0"/>
              </a:rPr>
              <a:t>( </a:t>
            </a:r>
            <a:r>
              <a:rPr lang="en-US" altLang="zh-CN" sz="2800" b="1" i="1">
                <a:latin typeface="Times New Roman" panose="02020603050405020304" pitchFamily="18" charset="0"/>
              </a:rPr>
              <a:t>x</a:t>
            </a:r>
            <a:r>
              <a:rPr lang="en-US" altLang="zh-CN" sz="2800" b="1">
                <a:latin typeface="Times New Roman" panose="02020603050405020304" pitchFamily="18" charset="0"/>
              </a:rPr>
              <a:t> </a:t>
            </a:r>
            <a:r>
              <a:rPr lang="en-US" altLang="zh-CN" sz="2800" b="1" i="1">
                <a:latin typeface="Times New Roman" panose="02020603050405020304" pitchFamily="18" charset="0"/>
              </a:rPr>
              <a:t>|</a:t>
            </a:r>
            <a:r>
              <a:rPr lang="en-US" altLang="zh-CN" sz="2800" b="1">
                <a:latin typeface="Times New Roman" panose="02020603050405020304" pitchFamily="18" charset="0"/>
              </a:rPr>
              <a:t> </a:t>
            </a:r>
            <a:r>
              <a:rPr lang="en-US" altLang="zh-CN" sz="2800" b="1" i="1">
                <a:latin typeface="Times New Roman" panose="02020603050405020304" pitchFamily="18" charset="0"/>
                <a:sym typeface="Symbol" panose="05050102010706020507" pitchFamily="18" charset="2"/>
              </a:rPr>
              <a:t> </a:t>
            </a:r>
            <a:r>
              <a:rPr lang="en-US" altLang="zh-CN" sz="2800" b="1" baseline="-25000">
                <a:latin typeface="Times New Roman" panose="02020603050405020304" pitchFamily="18" charset="0"/>
                <a:sym typeface="Symbol" panose="05050102010706020507" pitchFamily="18" charset="2"/>
              </a:rPr>
              <a:t>1</a:t>
            </a:r>
            <a:r>
              <a:rPr lang="en-US" altLang="zh-CN" sz="2800" b="1" i="1">
                <a:latin typeface="Times New Roman" panose="02020603050405020304" pitchFamily="18" charset="0"/>
                <a:sym typeface="Symbol" panose="05050102010706020507" pitchFamily="18" charset="2"/>
              </a:rPr>
              <a:t> </a:t>
            </a:r>
            <a:r>
              <a:rPr lang="en-US" altLang="zh-CN" sz="2800" b="1">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a:latin typeface="Times New Roman" panose="02020603050405020304" pitchFamily="18" charset="0"/>
              </a:rPr>
              <a:t>) = 0.01</a:t>
            </a:r>
          </a:p>
          <a:p>
            <a:pPr marL="0" indent="0">
              <a:buFontTx/>
              <a:buNone/>
            </a:pPr>
            <a:r>
              <a:rPr lang="en-US" altLang="zh-CN" sz="2800" b="1">
                <a:latin typeface="Times New Roman" panose="02020603050405020304" pitchFamily="18" charset="0"/>
              </a:rPr>
              <a:t>                   </a:t>
            </a:r>
            <a:r>
              <a:rPr lang="en-US" altLang="zh-CN" sz="2800" b="1" i="1">
                <a:latin typeface="Times New Roman" panose="02020603050405020304" pitchFamily="18" charset="0"/>
              </a:rPr>
              <a:t>p </a:t>
            </a:r>
            <a:r>
              <a:rPr lang="en-US" altLang="zh-CN" sz="2800" b="1">
                <a:latin typeface="Times New Roman" panose="02020603050405020304" pitchFamily="18" charset="0"/>
              </a:rPr>
              <a:t>( </a:t>
            </a:r>
            <a:r>
              <a:rPr lang="en-US" altLang="zh-CN" sz="2800" b="1" i="1">
                <a:latin typeface="Times New Roman" panose="02020603050405020304" pitchFamily="18" charset="0"/>
              </a:rPr>
              <a:t>x</a:t>
            </a:r>
            <a:r>
              <a:rPr lang="en-US" altLang="zh-CN" sz="2800" b="1">
                <a:latin typeface="Times New Roman" panose="02020603050405020304" pitchFamily="18" charset="0"/>
              </a:rPr>
              <a:t> | </a:t>
            </a:r>
            <a:r>
              <a:rPr lang="en-US" altLang="zh-CN" sz="2800" b="1" i="1">
                <a:latin typeface="Times New Roman" panose="02020603050405020304" pitchFamily="18" charset="0"/>
                <a:sym typeface="Symbol" panose="05050102010706020507" pitchFamily="18" charset="2"/>
              </a:rPr>
              <a:t> </a:t>
            </a:r>
            <a:r>
              <a:rPr lang="en-US" altLang="zh-CN" sz="2800" b="1" baseline="-25000">
                <a:latin typeface="Times New Roman" panose="02020603050405020304" pitchFamily="18" charset="0"/>
                <a:sym typeface="Symbol" panose="05050102010706020507" pitchFamily="18" charset="2"/>
              </a:rPr>
              <a:t>2</a:t>
            </a:r>
            <a:r>
              <a:rPr lang="en-US" altLang="zh-CN" sz="2800" b="1">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a:latin typeface="Times New Roman" panose="02020603050405020304" pitchFamily="18" charset="0"/>
              </a:rPr>
              <a:t>)  = 0.02</a:t>
            </a:r>
          </a:p>
          <a:p>
            <a:pPr marL="0" indent="0">
              <a:buFontTx/>
              <a:buNone/>
            </a:pPr>
            <a:endParaRPr lang="en-US" altLang="zh-CN" sz="2800" b="1">
              <a:latin typeface="Times New Roman" panose="02020603050405020304" pitchFamily="18" charset="0"/>
            </a:endParaRPr>
          </a:p>
          <a:p>
            <a:pPr marL="0" indent="0">
              <a:lnSpc>
                <a:spcPct val="125000"/>
              </a:lnSpc>
              <a:buFontTx/>
              <a:buNone/>
            </a:pPr>
            <a:r>
              <a:rPr lang="en-US" altLang="zh-CN" sz="2800" b="1">
                <a:latin typeface="Times New Roman" panose="02020603050405020304" pitchFamily="18" charset="0"/>
              </a:rPr>
              <a:t>  </a:t>
            </a:r>
            <a:r>
              <a:rPr lang="en-US" altLang="zh-CN" b="1"/>
              <a:t>     </a:t>
            </a:r>
            <a:r>
              <a:rPr lang="zh-CN" altLang="en-US" sz="2800" b="1"/>
              <a:t>为通过抽样调查后，获得的新的关于汽车出厂样本的信息。</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7FCED90C-1F52-4C11-A93E-4313CF40FBA2}"/>
              </a:ext>
            </a:extLst>
          </p:cNvPr>
          <p:cNvSpPr>
            <a:spLocks noGrp="1" noChangeArrowheads="1"/>
          </p:cNvSpPr>
          <p:nvPr>
            <p:ph type="body" sz="half" idx="1"/>
          </p:nvPr>
        </p:nvSpPr>
        <p:spPr>
          <a:xfrm>
            <a:off x="468313" y="981075"/>
            <a:ext cx="8280400" cy="4495800"/>
          </a:xfrm>
        </p:spPr>
        <p:txBody>
          <a:bodyPr/>
          <a:lstStyle/>
          <a:p>
            <a:pPr marL="0" indent="0">
              <a:buClr>
                <a:schemeClr val="tx1"/>
              </a:buClr>
              <a:buFontTx/>
              <a:buNone/>
            </a:pPr>
            <a:r>
              <a:rPr lang="zh-CN" altLang="zh-CN" sz="2800" b="1">
                <a:solidFill>
                  <a:srgbClr val="FF00FF"/>
                </a:solidFill>
                <a:latin typeface="Times New Roman" panose="02020603050405020304" pitchFamily="18" charset="0"/>
              </a:rPr>
              <a:t>3) 联合概率：</a:t>
            </a:r>
          </a:p>
          <a:p>
            <a:pPr marL="0" indent="0">
              <a:lnSpc>
                <a:spcPct val="125000"/>
              </a:lnSpc>
              <a:buClr>
                <a:schemeClr val="tx1"/>
              </a:buClr>
              <a:buFontTx/>
              <a:buNone/>
            </a:pPr>
            <a:r>
              <a:rPr lang="zh-CN" altLang="zh-CN" sz="2800" b="1">
                <a:latin typeface="Times New Roman" panose="02020603050405020304" pitchFamily="18" charset="0"/>
              </a:rPr>
              <a:t>　　综合先验分布 </a:t>
            </a:r>
            <a:r>
              <a:rPr lang="zh-CN" altLang="zh-CN" sz="2800" b="1" i="1">
                <a:solidFill>
                  <a:srgbClr val="FFFF00"/>
                </a:solidFill>
                <a:latin typeface="Times New Roman" panose="02020603050405020304" pitchFamily="18" charset="0"/>
                <a:sym typeface="Symbol" panose="05050102010706020507" pitchFamily="18" charset="2"/>
              </a:rPr>
              <a:t></a:t>
            </a:r>
            <a:r>
              <a:rPr lang="zh-CN" altLang="zh-CN" sz="2800" b="1">
                <a:solidFill>
                  <a:srgbClr val="FFFF00"/>
                </a:solidFill>
                <a:latin typeface="Times New Roman" panose="02020603050405020304" pitchFamily="18" charset="0"/>
                <a:sym typeface="Symbol" panose="05050102010706020507" pitchFamily="18" charset="2"/>
              </a:rPr>
              <a:t> ( </a:t>
            </a:r>
            <a:r>
              <a:rPr lang="zh-CN" altLang="zh-CN" sz="2800" b="1" i="1">
                <a:solidFill>
                  <a:srgbClr val="FFFF00"/>
                </a:solidFill>
                <a:latin typeface="Times New Roman" panose="02020603050405020304" pitchFamily="18" charset="0"/>
                <a:sym typeface="Symbol" panose="05050102010706020507" pitchFamily="18" charset="2"/>
              </a:rPr>
              <a:t></a:t>
            </a:r>
            <a:r>
              <a:rPr lang="zh-CN" altLang="zh-CN" sz="2800" b="1">
                <a:solidFill>
                  <a:srgbClr val="FFFF00"/>
                </a:solidFill>
                <a:latin typeface="Times New Roman" panose="02020603050405020304" pitchFamily="18" charset="0"/>
                <a:sym typeface="Symbol" panose="05050102010706020507" pitchFamily="18" charset="2"/>
              </a:rPr>
              <a:t> )</a:t>
            </a:r>
            <a:r>
              <a:rPr lang="zh-CN" altLang="zh-CN" sz="2800" b="1">
                <a:latin typeface="Times New Roman" panose="02020603050405020304" pitchFamily="18" charset="0"/>
                <a:sym typeface="Symbol" panose="05050102010706020507" pitchFamily="18" charset="2"/>
              </a:rPr>
              <a:t> 和联合概率密度 </a:t>
            </a:r>
            <a:r>
              <a:rPr lang="zh-CN" altLang="zh-CN" sz="2800" b="1" i="1">
                <a:solidFill>
                  <a:srgbClr val="FFFF00"/>
                </a:solidFill>
                <a:latin typeface="Times New Roman" panose="02020603050405020304" pitchFamily="18" charset="0"/>
                <a:sym typeface="Symbol" panose="05050102010706020507" pitchFamily="18" charset="2"/>
              </a:rPr>
              <a:t>p </a:t>
            </a:r>
            <a:r>
              <a:rPr lang="zh-CN" altLang="zh-CN" sz="2800" b="1">
                <a:solidFill>
                  <a:srgbClr val="FFFF00"/>
                </a:solidFill>
                <a:latin typeface="Times New Roman" panose="02020603050405020304" pitchFamily="18" charset="0"/>
                <a:sym typeface="Symbol" panose="05050102010706020507" pitchFamily="18" charset="2"/>
              </a:rPr>
              <a:t>( </a:t>
            </a:r>
            <a:r>
              <a:rPr lang="zh-CN" altLang="zh-CN" sz="2800" b="1" i="1">
                <a:solidFill>
                  <a:srgbClr val="FFFF00"/>
                </a:solidFill>
                <a:latin typeface="Times New Roman" panose="02020603050405020304" pitchFamily="18" charset="0"/>
                <a:sym typeface="Symbol" panose="05050102010706020507" pitchFamily="18" charset="2"/>
              </a:rPr>
              <a:t>x </a:t>
            </a:r>
            <a:r>
              <a:rPr lang="zh-CN" altLang="zh-CN" sz="2800" b="1">
                <a:solidFill>
                  <a:srgbClr val="FFFF00"/>
                </a:solidFill>
                <a:latin typeface="Times New Roman" panose="02020603050405020304" pitchFamily="18" charset="0"/>
                <a:sym typeface="Symbol" panose="05050102010706020507" pitchFamily="18" charset="2"/>
              </a:rPr>
              <a:t>| </a:t>
            </a:r>
            <a:r>
              <a:rPr lang="zh-CN" altLang="zh-CN" sz="2800" b="1" i="1">
                <a:solidFill>
                  <a:srgbClr val="FFFF00"/>
                </a:solidFill>
                <a:latin typeface="Times New Roman" panose="02020603050405020304" pitchFamily="18" charset="0"/>
                <a:sym typeface="Symbol" panose="05050102010706020507" pitchFamily="18" charset="2"/>
              </a:rPr>
              <a:t></a:t>
            </a:r>
            <a:r>
              <a:rPr lang="zh-CN" altLang="zh-CN" sz="2800" b="1">
                <a:solidFill>
                  <a:srgbClr val="FFFF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zh-CN" sz="2800" b="1">
                <a:latin typeface="Times New Roman" panose="02020603050405020304" pitchFamily="18" charset="0"/>
                <a:cs typeface="Times New Roman" panose="02020603050405020304" pitchFamily="18" charset="0"/>
                <a:sym typeface="Symbol" panose="05050102010706020507" pitchFamily="18" charset="2"/>
              </a:rPr>
              <a:t>，可得到样本</a:t>
            </a:r>
            <a:r>
              <a:rPr lang="zh-CN" altLang="zh-CN" sz="2800" b="1" i="1">
                <a:latin typeface="Times New Roman" panose="02020603050405020304" pitchFamily="18" charset="0"/>
                <a:cs typeface="Times New Roman" panose="02020603050405020304" pitchFamily="18" charset="0"/>
                <a:sym typeface="Symbol" panose="05050102010706020507" pitchFamily="18" charset="2"/>
              </a:rPr>
              <a:t>x</a:t>
            </a:r>
            <a:r>
              <a:rPr lang="zh-CN" altLang="zh-CN" sz="2800" b="1">
                <a:latin typeface="Times New Roman" panose="02020603050405020304" pitchFamily="18" charset="0"/>
                <a:cs typeface="Times New Roman" panose="02020603050405020304" pitchFamily="18" charset="0"/>
                <a:sym typeface="Symbol" panose="05050102010706020507" pitchFamily="18" charset="2"/>
              </a:rPr>
              <a:t> 和参数</a:t>
            </a:r>
            <a:r>
              <a:rPr lang="zh-CN" altLang="zh-CN" sz="2800" b="1" i="1">
                <a:latin typeface="Times New Roman" panose="02020603050405020304" pitchFamily="18" charset="0"/>
                <a:cs typeface="Times New Roman" panose="02020603050405020304" pitchFamily="18" charset="0"/>
                <a:sym typeface="Symbol" panose="05050102010706020507" pitchFamily="18" charset="2"/>
              </a:rPr>
              <a:t></a:t>
            </a:r>
            <a:r>
              <a:rPr lang="zh-CN" altLang="zh-CN" sz="2800" b="1">
                <a:latin typeface="Times New Roman" panose="02020603050405020304" pitchFamily="18" charset="0"/>
                <a:cs typeface="Times New Roman" panose="02020603050405020304" pitchFamily="18" charset="0"/>
                <a:sym typeface="Symbol" panose="05050102010706020507" pitchFamily="18" charset="2"/>
              </a:rPr>
              <a:t> 的联合分布概率，记为：</a:t>
            </a:r>
          </a:p>
          <a:p>
            <a:pPr marL="0" indent="0">
              <a:lnSpc>
                <a:spcPct val="125000"/>
              </a:lnSpc>
              <a:buClr>
                <a:schemeClr val="tx1"/>
              </a:buClr>
              <a:buFontTx/>
              <a:buNone/>
            </a:pPr>
            <a:endParaRPr lang="zh-CN" altLang="zh-CN" sz="2800" b="1">
              <a:latin typeface="Times New Roman" panose="02020603050405020304" pitchFamily="18" charset="0"/>
              <a:cs typeface="Times New Roman" panose="02020603050405020304" pitchFamily="18" charset="0"/>
              <a:sym typeface="Symbol" panose="05050102010706020507" pitchFamily="18" charset="2"/>
            </a:endParaRPr>
          </a:p>
          <a:p>
            <a:pPr marL="0" indent="0">
              <a:lnSpc>
                <a:spcPct val="125000"/>
              </a:lnSpc>
              <a:buClr>
                <a:schemeClr val="tx1"/>
              </a:buClr>
              <a:buFontTx/>
              <a:buNone/>
            </a:pPr>
            <a:endParaRPr lang="zh-CN" altLang="zh-CN" sz="2800" b="1">
              <a:latin typeface="Times New Roman" panose="02020603050405020304" pitchFamily="18" charset="0"/>
              <a:cs typeface="Times New Roman" panose="02020603050405020304" pitchFamily="18" charset="0"/>
              <a:sym typeface="Symbol" panose="05050102010706020507" pitchFamily="18" charset="2"/>
            </a:endParaRPr>
          </a:p>
          <a:p>
            <a:pPr marL="0" indent="0">
              <a:lnSpc>
                <a:spcPct val="125000"/>
              </a:lnSpc>
              <a:buClr>
                <a:schemeClr val="tx1"/>
              </a:buClr>
              <a:buFontTx/>
              <a:buNone/>
            </a:pPr>
            <a:r>
              <a:rPr lang="zh-CN" altLang="zh-CN" sz="2800" b="1">
                <a:solidFill>
                  <a:srgbClr val="FFFF00"/>
                </a:solidFill>
                <a:latin typeface="Times New Roman" panose="02020603050405020304" pitchFamily="18" charset="0"/>
                <a:cs typeface="Times New Roman" panose="02020603050405020304" pitchFamily="18" charset="0"/>
                <a:sym typeface="Symbol" panose="05050102010706020507" pitchFamily="18" charset="2"/>
              </a:rPr>
              <a:t>本例中，</a:t>
            </a:r>
          </a:p>
        </p:txBody>
      </p:sp>
      <p:graphicFrame>
        <p:nvGraphicFramePr>
          <p:cNvPr id="98310" name="Object 6">
            <a:extLst>
              <a:ext uri="{FF2B5EF4-FFF2-40B4-BE49-F238E27FC236}">
                <a16:creationId xmlns:a16="http://schemas.microsoft.com/office/drawing/2014/main" id="{AD0A1BED-1649-4676-8398-B73DF832BAF3}"/>
              </a:ext>
            </a:extLst>
          </p:cNvPr>
          <p:cNvGraphicFramePr>
            <a:graphicFrameLocks noGrp="1" noChangeAspect="1"/>
          </p:cNvGraphicFramePr>
          <p:nvPr>
            <p:ph sz="quarter" idx="3"/>
          </p:nvPr>
        </p:nvGraphicFramePr>
        <p:xfrm>
          <a:off x="2339975" y="2997200"/>
          <a:ext cx="3887788" cy="506413"/>
        </p:xfrm>
        <a:graphic>
          <a:graphicData uri="http://schemas.openxmlformats.org/presentationml/2006/ole">
            <mc:AlternateContent xmlns:mc="http://schemas.openxmlformats.org/markup-compatibility/2006">
              <mc:Choice xmlns:v="urn:schemas-microsoft-com:vml" Requires="v">
                <p:oleObj name="公式" r:id="rId2" imgW="1562040" imgH="203040" progId="Equation.3">
                  <p:embed/>
                </p:oleObj>
              </mc:Choice>
              <mc:Fallback>
                <p:oleObj name="公式" r:id="rId2" imgW="1562040" imgH="203040"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975" y="2997200"/>
                        <a:ext cx="3887788"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315" name="Object 11">
            <a:extLst>
              <a:ext uri="{FF2B5EF4-FFF2-40B4-BE49-F238E27FC236}">
                <a16:creationId xmlns:a16="http://schemas.microsoft.com/office/drawing/2014/main" id="{971C6362-EB29-4F5B-A0EC-EC68977894B6}"/>
              </a:ext>
            </a:extLst>
          </p:cNvPr>
          <p:cNvGraphicFramePr>
            <a:graphicFrameLocks noGrp="1" noChangeAspect="1"/>
          </p:cNvGraphicFramePr>
          <p:nvPr>
            <p:ph sz="quarter" idx="2"/>
          </p:nvPr>
        </p:nvGraphicFramePr>
        <p:xfrm>
          <a:off x="1662113" y="4724400"/>
          <a:ext cx="6538912" cy="636588"/>
        </p:xfrm>
        <a:graphic>
          <a:graphicData uri="http://schemas.openxmlformats.org/presentationml/2006/ole">
            <mc:AlternateContent xmlns:mc="http://schemas.openxmlformats.org/markup-compatibility/2006">
              <mc:Choice xmlns:v="urn:schemas-microsoft-com:vml" Requires="v">
                <p:oleObj name="公式" r:id="rId4" imgW="2869920" imgH="279360" progId="Equation.3">
                  <p:embed/>
                </p:oleObj>
              </mc:Choice>
              <mc:Fallback>
                <p:oleObj name="公式" r:id="rId4" imgW="2869920" imgH="279360" progId="Equation.3">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62113" y="4724400"/>
                        <a:ext cx="6538912" cy="636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318" name="Object 14">
            <a:extLst>
              <a:ext uri="{FF2B5EF4-FFF2-40B4-BE49-F238E27FC236}">
                <a16:creationId xmlns:a16="http://schemas.microsoft.com/office/drawing/2014/main" id="{1F2320BF-39C2-4182-834B-6C62AD578F94}"/>
              </a:ext>
            </a:extLst>
          </p:cNvPr>
          <p:cNvGraphicFramePr>
            <a:graphicFrameLocks noChangeAspect="1"/>
          </p:cNvGraphicFramePr>
          <p:nvPr/>
        </p:nvGraphicFramePr>
        <p:xfrm>
          <a:off x="1620838" y="5372100"/>
          <a:ext cx="6638925" cy="642938"/>
        </p:xfrm>
        <a:graphic>
          <a:graphicData uri="http://schemas.openxmlformats.org/presentationml/2006/ole">
            <mc:AlternateContent xmlns:mc="http://schemas.openxmlformats.org/markup-compatibility/2006">
              <mc:Choice xmlns:v="urn:schemas-microsoft-com:vml" Requires="v">
                <p:oleObj name="公式" r:id="rId6" imgW="2895480" imgH="279360" progId="Equation.3">
                  <p:embed/>
                </p:oleObj>
              </mc:Choice>
              <mc:Fallback>
                <p:oleObj name="公式" r:id="rId6" imgW="2895480" imgH="279360" progId="Equation.3">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20838" y="5372100"/>
                        <a:ext cx="6638925" cy="642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a:extLst>
              <a:ext uri="{FF2B5EF4-FFF2-40B4-BE49-F238E27FC236}">
                <a16:creationId xmlns:a16="http://schemas.microsoft.com/office/drawing/2014/main" id="{16D4BA76-2F30-4DB5-9D30-64842EAC03A8}"/>
              </a:ext>
            </a:extLst>
          </p:cNvPr>
          <p:cNvSpPr>
            <a:spLocks noGrp="1" noChangeArrowheads="1"/>
          </p:cNvSpPr>
          <p:nvPr>
            <p:ph type="body" sz="half" idx="1"/>
          </p:nvPr>
        </p:nvSpPr>
        <p:spPr>
          <a:xfrm>
            <a:off x="468313" y="1052513"/>
            <a:ext cx="7570787" cy="4495800"/>
          </a:xfrm>
        </p:spPr>
        <p:txBody>
          <a:bodyPr/>
          <a:lstStyle/>
          <a:p>
            <a:pPr marL="0" indent="0">
              <a:buClr>
                <a:schemeClr val="tx1"/>
              </a:buClr>
              <a:buFontTx/>
              <a:buNone/>
            </a:pPr>
            <a:r>
              <a:rPr lang="zh-CN" altLang="zh-CN" b="1">
                <a:solidFill>
                  <a:srgbClr val="FF00FF"/>
                </a:solidFill>
                <a:latin typeface="Times New Roman" panose="02020603050405020304" pitchFamily="18" charset="0"/>
              </a:rPr>
              <a:t>4) 边缘概率：</a:t>
            </a:r>
            <a:r>
              <a:rPr lang="zh-CN" altLang="en-US" sz="2800" b="1">
                <a:solidFill>
                  <a:srgbClr val="FF00FF"/>
                </a:solidFill>
                <a:latin typeface="Times New Roman" panose="02020603050405020304" pitchFamily="18" charset="0"/>
              </a:rPr>
              <a:t> </a:t>
            </a:r>
            <a:endParaRPr lang="zh-CN" altLang="en-US" sz="2800" b="1">
              <a:solidFill>
                <a:srgbClr val="FFFF00"/>
              </a:solidFill>
              <a:latin typeface="Times New Roman" panose="02020603050405020304" pitchFamily="18" charset="0"/>
              <a:sym typeface="Symbol" panose="05050102010706020507" pitchFamily="18" charset="2"/>
            </a:endParaRPr>
          </a:p>
          <a:p>
            <a:pPr marL="0" indent="0">
              <a:lnSpc>
                <a:spcPct val="125000"/>
              </a:lnSpc>
              <a:buClr>
                <a:schemeClr val="tx1"/>
              </a:buClr>
              <a:buFontTx/>
              <a:buNone/>
            </a:pPr>
            <a:r>
              <a:rPr lang="zh-CN" altLang="en-US" sz="2800" b="1">
                <a:solidFill>
                  <a:srgbClr val="FFFF00"/>
                </a:solidFill>
                <a:latin typeface="Times New Roman" panose="02020603050405020304" pitchFamily="18" charset="0"/>
              </a:rPr>
              <a:t>        </a:t>
            </a:r>
            <a:r>
              <a:rPr lang="zh-CN" altLang="en-US" sz="2800" b="1">
                <a:latin typeface="Times New Roman" panose="02020603050405020304" pitchFamily="18" charset="0"/>
              </a:rPr>
              <a:t>把联合分布概率对变量</a:t>
            </a:r>
            <a:r>
              <a:rPr lang="zh-CN" altLang="en-US" sz="2800" b="1" i="1">
                <a:latin typeface="Times New Roman" panose="02020603050405020304" pitchFamily="18" charset="0"/>
                <a:sym typeface="Symbol" panose="05050102010706020507" pitchFamily="18" charset="2"/>
              </a:rPr>
              <a:t></a:t>
            </a:r>
            <a:r>
              <a:rPr lang="zh-CN" altLang="en-US" sz="2800" b="1">
                <a:latin typeface="Times New Roman" panose="02020603050405020304" pitchFamily="18" charset="0"/>
                <a:sym typeface="Symbol" panose="05050102010706020507" pitchFamily="18" charset="2"/>
              </a:rPr>
              <a:t>  积分，则得到关于事件 </a:t>
            </a:r>
            <a:r>
              <a:rPr lang="en-US" altLang="zh-CN" sz="2800" b="1" i="1">
                <a:latin typeface="Times New Roman" panose="02020603050405020304" pitchFamily="18" charset="0"/>
                <a:sym typeface="Symbol" panose="05050102010706020507" pitchFamily="18" charset="2"/>
              </a:rPr>
              <a:t>x</a:t>
            </a:r>
            <a:r>
              <a:rPr lang="en-US" altLang="zh-CN" sz="2800" b="1">
                <a:latin typeface="Times New Roman" panose="02020603050405020304" pitchFamily="18" charset="0"/>
                <a:sym typeface="Symbol" panose="05050102010706020507" pitchFamily="18" charset="2"/>
              </a:rPr>
              <a:t> </a:t>
            </a:r>
            <a:r>
              <a:rPr lang="zh-CN" altLang="en-US" sz="2800" b="1">
                <a:latin typeface="Times New Roman" panose="02020603050405020304" pitchFamily="18" charset="0"/>
                <a:sym typeface="Symbol" panose="05050102010706020507" pitchFamily="18" charset="2"/>
              </a:rPr>
              <a:t>的边缘概率 </a:t>
            </a:r>
            <a:r>
              <a:rPr lang="en-US" altLang="zh-CN" b="1" i="1">
                <a:solidFill>
                  <a:srgbClr val="FFFF00"/>
                </a:solidFill>
                <a:latin typeface="Times New Roman" panose="02020603050405020304" pitchFamily="18" charset="0"/>
                <a:sym typeface="Symbol" panose="05050102010706020507" pitchFamily="18" charset="2"/>
              </a:rPr>
              <a:t>m </a:t>
            </a:r>
            <a:r>
              <a:rPr lang="en-US" altLang="zh-CN" b="1">
                <a:solidFill>
                  <a:srgbClr val="FFFF00"/>
                </a:solidFill>
                <a:latin typeface="Times New Roman" panose="02020603050405020304" pitchFamily="18" charset="0"/>
                <a:sym typeface="Symbol" panose="05050102010706020507" pitchFamily="18" charset="2"/>
              </a:rPr>
              <a:t>( </a:t>
            </a:r>
            <a:r>
              <a:rPr lang="en-US" altLang="zh-CN" b="1" i="1">
                <a:solidFill>
                  <a:srgbClr val="FFFF00"/>
                </a:solidFill>
                <a:latin typeface="Times New Roman" panose="02020603050405020304" pitchFamily="18" charset="0"/>
                <a:sym typeface="Symbol" panose="05050102010706020507" pitchFamily="18" charset="2"/>
              </a:rPr>
              <a:t>x </a:t>
            </a:r>
            <a:r>
              <a:rPr lang="en-US" altLang="zh-CN" b="1">
                <a:solidFill>
                  <a:srgbClr val="FFFF00"/>
                </a:solidFill>
                <a:latin typeface="Times New Roman" panose="02020603050405020304" pitchFamily="18" charset="0"/>
                <a:sym typeface="Symbol" panose="05050102010706020507" pitchFamily="18" charset="2"/>
              </a:rPr>
              <a:t>)</a:t>
            </a:r>
            <a:r>
              <a:rPr lang="zh-CN" altLang="en-US" sz="2800" b="1">
                <a:latin typeface="Times New Roman" panose="02020603050405020304" pitchFamily="18" charset="0"/>
                <a:sym typeface="Symbol" panose="05050102010706020507" pitchFamily="18" charset="2"/>
              </a:rPr>
              <a:t>，也称为全概率。</a:t>
            </a:r>
            <a:endParaRPr lang="zh-CN" altLang="zh-CN" sz="2400" b="1">
              <a:latin typeface="Times New Roman" panose="02020603050405020304" pitchFamily="18" charset="0"/>
            </a:endParaRPr>
          </a:p>
          <a:p>
            <a:pPr marL="0" indent="0">
              <a:lnSpc>
                <a:spcPct val="125000"/>
              </a:lnSpc>
              <a:buClr>
                <a:schemeClr val="tx1"/>
              </a:buClr>
              <a:buFontTx/>
              <a:buNone/>
            </a:pPr>
            <a:r>
              <a:rPr lang="zh-CN" altLang="en-US" sz="2800" b="1">
                <a:latin typeface="Times New Roman" panose="02020603050405020304" pitchFamily="18" charset="0"/>
              </a:rPr>
              <a:t> </a:t>
            </a:r>
            <a:r>
              <a:rPr lang="zh-CN" altLang="zh-CN" sz="2800" b="1">
                <a:latin typeface="Times New Roman" panose="02020603050405020304" pitchFamily="18" charset="0"/>
              </a:rPr>
              <a:t> </a:t>
            </a:r>
            <a:r>
              <a:rPr lang="zh-CN" altLang="en-US" sz="2800" b="1">
                <a:latin typeface="Times New Roman" panose="02020603050405020304" pitchFamily="18" charset="0"/>
              </a:rPr>
              <a:t> </a:t>
            </a:r>
            <a:r>
              <a:rPr lang="zh-CN" altLang="zh-CN" sz="2800" b="1">
                <a:latin typeface="Times New Roman" panose="02020603050405020304" pitchFamily="18" charset="0"/>
              </a:rPr>
              <a:t> </a:t>
            </a:r>
            <a:r>
              <a:rPr lang="zh-CN" altLang="en-US" sz="2800" b="1">
                <a:latin typeface="Times New Roman" panose="02020603050405020304" pitchFamily="18" charset="0"/>
              </a:rPr>
              <a:t> </a:t>
            </a:r>
            <a:r>
              <a:rPr lang="zh-CN" altLang="zh-CN" sz="2800" b="1">
                <a:latin typeface="Times New Roman" panose="02020603050405020304" pitchFamily="18" charset="0"/>
              </a:rPr>
              <a:t> </a:t>
            </a:r>
            <a:r>
              <a:rPr lang="zh-CN" altLang="en-US" sz="2800" b="1">
                <a:latin typeface="Times New Roman" panose="02020603050405020304" pitchFamily="18" charset="0"/>
              </a:rPr>
              <a:t> </a:t>
            </a:r>
            <a:r>
              <a:rPr lang="zh-CN" altLang="zh-CN" sz="2800" b="1">
                <a:latin typeface="Times New Roman" panose="02020603050405020304" pitchFamily="18" charset="0"/>
              </a:rPr>
              <a:t> </a:t>
            </a:r>
            <a:r>
              <a:rPr lang="zh-CN" altLang="en-US" sz="2800" b="1">
                <a:latin typeface="Times New Roman" panose="02020603050405020304" pitchFamily="18" charset="0"/>
              </a:rPr>
              <a:t> </a:t>
            </a:r>
            <a:r>
              <a:rPr lang="zh-CN" altLang="zh-CN" sz="2800" b="1">
                <a:latin typeface="Times New Roman" panose="02020603050405020304" pitchFamily="18" charset="0"/>
              </a:rPr>
              <a:t> </a:t>
            </a:r>
            <a:r>
              <a:rPr lang="zh-CN" altLang="en-US" sz="2800" b="1">
                <a:latin typeface="Times New Roman" panose="02020603050405020304" pitchFamily="18" charset="0"/>
              </a:rPr>
              <a:t> </a:t>
            </a:r>
            <a:endParaRPr lang="en-US" altLang="zh-CN" sz="2800" b="1" i="1" baseline="-25000">
              <a:latin typeface="Times New Roman" panose="02020603050405020304" pitchFamily="18" charset="0"/>
              <a:sym typeface="Symbol" panose="05050102010706020507" pitchFamily="18" charset="2"/>
            </a:endParaRPr>
          </a:p>
          <a:p>
            <a:pPr marL="0" indent="0">
              <a:lnSpc>
                <a:spcPct val="125000"/>
              </a:lnSpc>
              <a:buClr>
                <a:schemeClr val="tx1"/>
              </a:buClr>
              <a:buFontTx/>
              <a:buNone/>
            </a:pPr>
            <a:endParaRPr lang="zh-CN" altLang="en-US" sz="2800" b="1">
              <a:solidFill>
                <a:srgbClr val="FFFF00"/>
              </a:solidFill>
              <a:latin typeface="Times New Roman" panose="02020603050405020304" pitchFamily="18" charset="0"/>
            </a:endParaRPr>
          </a:p>
          <a:p>
            <a:pPr marL="0" indent="0">
              <a:lnSpc>
                <a:spcPct val="125000"/>
              </a:lnSpc>
              <a:buClr>
                <a:schemeClr val="tx1"/>
              </a:buClr>
              <a:buFontTx/>
              <a:buNone/>
            </a:pPr>
            <a:r>
              <a:rPr lang="zh-CN" altLang="zh-CN" sz="2800" b="1">
                <a:solidFill>
                  <a:srgbClr val="FFFF00"/>
                </a:solidFill>
                <a:latin typeface="Times New Roman" panose="02020603050405020304" pitchFamily="18" charset="0"/>
              </a:rPr>
              <a:t>本例中，</a:t>
            </a:r>
          </a:p>
        </p:txBody>
      </p:sp>
      <p:graphicFrame>
        <p:nvGraphicFramePr>
          <p:cNvPr id="11274" name="Object 10">
            <a:extLst>
              <a:ext uri="{FF2B5EF4-FFF2-40B4-BE49-F238E27FC236}">
                <a16:creationId xmlns:a16="http://schemas.microsoft.com/office/drawing/2014/main" id="{C56E1901-5132-4247-B41F-35EBDEF3CA14}"/>
              </a:ext>
            </a:extLst>
          </p:cNvPr>
          <p:cNvGraphicFramePr>
            <a:graphicFrameLocks noGrp="1" noChangeAspect="1"/>
          </p:cNvGraphicFramePr>
          <p:nvPr>
            <p:ph sz="quarter" idx="2"/>
          </p:nvPr>
        </p:nvGraphicFramePr>
        <p:xfrm>
          <a:off x="1187450" y="3068638"/>
          <a:ext cx="6696075" cy="776287"/>
        </p:xfrm>
        <a:graphic>
          <a:graphicData uri="http://schemas.openxmlformats.org/presentationml/2006/ole">
            <mc:AlternateContent xmlns:mc="http://schemas.openxmlformats.org/markup-compatibility/2006">
              <mc:Choice xmlns:v="urn:schemas-microsoft-com:vml" Requires="v">
                <p:oleObj name="公式" r:id="rId2" imgW="2628720" imgH="304560" progId="Equation.3">
                  <p:embed/>
                </p:oleObj>
              </mc:Choice>
              <mc:Fallback>
                <p:oleObj name="公式" r:id="rId2" imgW="2628720" imgH="304560" progId="Equation.3">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3068638"/>
                        <a:ext cx="6696075" cy="776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7" name="Object 13">
            <a:extLst>
              <a:ext uri="{FF2B5EF4-FFF2-40B4-BE49-F238E27FC236}">
                <a16:creationId xmlns:a16="http://schemas.microsoft.com/office/drawing/2014/main" id="{4013A71B-36A8-429E-9F87-1CBC8993639D}"/>
              </a:ext>
            </a:extLst>
          </p:cNvPr>
          <p:cNvGraphicFramePr>
            <a:graphicFrameLocks noGrp="1" noChangeAspect="1"/>
          </p:cNvGraphicFramePr>
          <p:nvPr>
            <p:ph sz="quarter" idx="3"/>
          </p:nvPr>
        </p:nvGraphicFramePr>
        <p:xfrm>
          <a:off x="1885950" y="4652963"/>
          <a:ext cx="6523038" cy="1255712"/>
        </p:xfrm>
        <a:graphic>
          <a:graphicData uri="http://schemas.openxmlformats.org/presentationml/2006/ole">
            <mc:AlternateContent xmlns:mc="http://schemas.openxmlformats.org/markup-compatibility/2006">
              <mc:Choice xmlns:v="urn:schemas-microsoft-com:vml" Requires="v">
                <p:oleObj name="公式" r:id="rId4" imgW="2705040" imgH="520560" progId="Equation.3">
                  <p:embed/>
                </p:oleObj>
              </mc:Choice>
              <mc:Fallback>
                <p:oleObj name="公式" r:id="rId4" imgW="2705040" imgH="520560" progId="Equation.3">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5950" y="4652963"/>
                        <a:ext cx="6523038" cy="1255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8E369A1E-C46B-4FE7-973B-25699AC19B3A}"/>
              </a:ext>
            </a:extLst>
          </p:cNvPr>
          <p:cNvSpPr>
            <a:spLocks noChangeArrowheads="1"/>
          </p:cNvSpPr>
          <p:nvPr/>
        </p:nvSpPr>
        <p:spPr bwMode="auto">
          <a:xfrm>
            <a:off x="838200" y="684213"/>
            <a:ext cx="7620000" cy="22256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just" eaLnBrk="0" hangingPunct="0">
              <a:lnSpc>
                <a:spcPct val="125000"/>
              </a:lnSpc>
            </a:pPr>
            <a:r>
              <a:rPr kumimoji="1" lang="en-US" altLang="zh-CN" sz="2800" b="1">
                <a:latin typeface="Times New Roman" panose="02020603050405020304" pitchFamily="18" charset="0"/>
              </a:rPr>
              <a:t>       </a:t>
            </a:r>
            <a:r>
              <a:rPr kumimoji="1" lang="zh-CN" altLang="en-US" sz="2800" b="1">
                <a:latin typeface="Times New Roman" panose="02020603050405020304" pitchFamily="18" charset="0"/>
              </a:rPr>
              <a:t>因此，全概率</a:t>
            </a:r>
            <a:r>
              <a:rPr kumimoji="1" lang="en-US" altLang="zh-CN" sz="2800" b="1">
                <a:latin typeface="Times New Roman" panose="02020603050405020304" pitchFamily="18" charset="0"/>
              </a:rPr>
              <a:t>(</a:t>
            </a:r>
            <a:r>
              <a:rPr kumimoji="1" lang="zh-CN" altLang="en-US" sz="2800" b="1">
                <a:latin typeface="Times New Roman" panose="02020603050405020304" pitchFamily="18" charset="0"/>
              </a:rPr>
              <a:t>边缘概率</a:t>
            </a:r>
            <a:r>
              <a:rPr kumimoji="1" lang="en-US" altLang="zh-CN" sz="2800" b="1">
                <a:latin typeface="Times New Roman" panose="02020603050405020304" pitchFamily="18" charset="0"/>
              </a:rPr>
              <a:t>)</a:t>
            </a:r>
            <a:r>
              <a:rPr kumimoji="1" lang="zh-CN" altLang="en-US" sz="2800" b="1">
                <a:latin typeface="Times New Roman" panose="02020603050405020304" pitchFamily="18" charset="0"/>
              </a:rPr>
              <a:t>是“</a:t>
            </a:r>
            <a:r>
              <a:rPr kumimoji="1" lang="zh-CN" altLang="en-US" sz="2800" b="1">
                <a:solidFill>
                  <a:srgbClr val="FFFF00"/>
                </a:solidFill>
                <a:latin typeface="Times New Roman" panose="02020603050405020304" pitchFamily="18" charset="0"/>
              </a:rPr>
              <a:t>从原因推结果</a:t>
            </a:r>
            <a:r>
              <a:rPr kumimoji="1" lang="zh-CN" altLang="en-US" sz="2800" b="1">
                <a:latin typeface="Times New Roman" panose="02020603050405020304" pitchFamily="18" charset="0"/>
              </a:rPr>
              <a:t>”，即每个原因都对结果的发生有一定的作用，从而在求取结果的时候需要对全部的子原因引起的结果进行累加和。</a:t>
            </a:r>
          </a:p>
        </p:txBody>
      </p:sp>
      <p:sp>
        <p:nvSpPr>
          <p:cNvPr id="81923" name="Rectangle 3">
            <a:extLst>
              <a:ext uri="{FF2B5EF4-FFF2-40B4-BE49-F238E27FC236}">
                <a16:creationId xmlns:a16="http://schemas.microsoft.com/office/drawing/2014/main" id="{53D12AFD-147F-4835-A279-E9D24C96C191}"/>
              </a:ext>
            </a:extLst>
          </p:cNvPr>
          <p:cNvSpPr>
            <a:spLocks noChangeArrowheads="1"/>
          </p:cNvSpPr>
          <p:nvPr/>
        </p:nvSpPr>
        <p:spPr bwMode="auto">
          <a:xfrm>
            <a:off x="6035675" y="3344863"/>
            <a:ext cx="2640013" cy="94615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zh-CN" altLang="en-US" sz="2800" b="1">
                <a:latin typeface="Times New Roman" panose="02020603050405020304" pitchFamily="18" charset="0"/>
              </a:rPr>
              <a:t>每个</a:t>
            </a:r>
            <a:r>
              <a:rPr kumimoji="1" lang="zh-CN" altLang="en-US" sz="2800" b="1" i="1">
                <a:latin typeface="Times New Roman" panose="02020603050405020304" pitchFamily="18" charset="0"/>
                <a:sym typeface="Symbol" panose="05050102010706020507" pitchFamily="18" charset="2"/>
              </a:rPr>
              <a:t></a:t>
            </a:r>
            <a:r>
              <a:rPr kumimoji="1" lang="en-US" altLang="zh-CN" sz="2800" b="1" i="1" baseline="-25000">
                <a:latin typeface="Times New Roman" panose="02020603050405020304" pitchFamily="18" charset="0"/>
              </a:rPr>
              <a:t>i </a:t>
            </a:r>
            <a:r>
              <a:rPr kumimoji="1" lang="zh-CN" altLang="en-US" sz="2800" b="1">
                <a:latin typeface="Times New Roman" panose="02020603050405020304" pitchFamily="18" charset="0"/>
              </a:rPr>
              <a:t>都是产生</a:t>
            </a:r>
          </a:p>
          <a:p>
            <a:pPr algn="ctr"/>
            <a:r>
              <a:rPr kumimoji="1" lang="en-US" altLang="zh-CN" sz="2800" b="1" i="1">
                <a:latin typeface="Times New Roman" panose="02020603050405020304" pitchFamily="18" charset="0"/>
              </a:rPr>
              <a:t>x </a:t>
            </a:r>
            <a:r>
              <a:rPr kumimoji="1" lang="zh-CN" altLang="zh-CN" sz="2800" b="1">
                <a:latin typeface="Times New Roman" panose="02020603050405020304" pitchFamily="18" charset="0"/>
              </a:rPr>
              <a:t>结果的原因</a:t>
            </a:r>
            <a:endParaRPr kumimoji="1" lang="zh-CN" altLang="en-US" sz="2800" b="1">
              <a:latin typeface="Times New Roman" panose="02020603050405020304" pitchFamily="18" charset="0"/>
            </a:endParaRPr>
          </a:p>
        </p:txBody>
      </p:sp>
      <p:sp>
        <p:nvSpPr>
          <p:cNvPr id="81924" name="Rectangle 4">
            <a:extLst>
              <a:ext uri="{FF2B5EF4-FFF2-40B4-BE49-F238E27FC236}">
                <a16:creationId xmlns:a16="http://schemas.microsoft.com/office/drawing/2014/main" id="{30094399-E64E-4929-B80A-A66ECBE52F52}"/>
              </a:ext>
            </a:extLst>
          </p:cNvPr>
          <p:cNvSpPr>
            <a:spLocks noChangeArrowheads="1"/>
          </p:cNvSpPr>
          <p:nvPr/>
        </p:nvSpPr>
        <p:spPr bwMode="auto">
          <a:xfrm>
            <a:off x="609600" y="3232150"/>
            <a:ext cx="4953000" cy="2971800"/>
          </a:xfrm>
          <a:prstGeom prst="rect">
            <a:avLst/>
          </a:prstGeom>
          <a:solidFill>
            <a:srgbClr val="660033"/>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925" name="Oval 5" descr="棕色大理石">
            <a:extLst>
              <a:ext uri="{FF2B5EF4-FFF2-40B4-BE49-F238E27FC236}">
                <a16:creationId xmlns:a16="http://schemas.microsoft.com/office/drawing/2014/main" id="{E73A60DA-04F0-48BD-A5A4-799ACDE32A45}"/>
              </a:ext>
            </a:extLst>
          </p:cNvPr>
          <p:cNvSpPr>
            <a:spLocks noChangeArrowheads="1"/>
          </p:cNvSpPr>
          <p:nvPr/>
        </p:nvSpPr>
        <p:spPr bwMode="auto">
          <a:xfrm>
            <a:off x="1905000" y="3917950"/>
            <a:ext cx="2057400" cy="1905000"/>
          </a:xfrm>
          <a:prstGeom prst="ellipse">
            <a:avLst/>
          </a:prstGeom>
          <a:blipFill dpi="0" rotWithShape="0">
            <a:blip r:embed="rId2"/>
            <a:srcRect/>
            <a:tile tx="0" ty="0" sx="100000" sy="100000" flip="none" algn="tl"/>
          </a:blip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926" name="Line 6">
            <a:extLst>
              <a:ext uri="{FF2B5EF4-FFF2-40B4-BE49-F238E27FC236}">
                <a16:creationId xmlns:a16="http://schemas.microsoft.com/office/drawing/2014/main" id="{9E943CBA-393E-4370-9FB6-3B2E9434B9F4}"/>
              </a:ext>
            </a:extLst>
          </p:cNvPr>
          <p:cNvSpPr>
            <a:spLocks noChangeShapeType="1"/>
          </p:cNvSpPr>
          <p:nvPr/>
        </p:nvSpPr>
        <p:spPr bwMode="auto">
          <a:xfrm>
            <a:off x="2362200" y="3308350"/>
            <a:ext cx="0" cy="28956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927" name="Line 7">
            <a:extLst>
              <a:ext uri="{FF2B5EF4-FFF2-40B4-BE49-F238E27FC236}">
                <a16:creationId xmlns:a16="http://schemas.microsoft.com/office/drawing/2014/main" id="{47B70311-79AB-47E0-BEFB-1C21D50DA5A9}"/>
              </a:ext>
            </a:extLst>
          </p:cNvPr>
          <p:cNvSpPr>
            <a:spLocks noChangeShapeType="1"/>
          </p:cNvSpPr>
          <p:nvPr/>
        </p:nvSpPr>
        <p:spPr bwMode="auto">
          <a:xfrm>
            <a:off x="609600" y="4679950"/>
            <a:ext cx="49530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928" name="Line 8">
            <a:extLst>
              <a:ext uri="{FF2B5EF4-FFF2-40B4-BE49-F238E27FC236}">
                <a16:creationId xmlns:a16="http://schemas.microsoft.com/office/drawing/2014/main" id="{17A343B7-3107-41D0-9C24-44B8EC4A3504}"/>
              </a:ext>
            </a:extLst>
          </p:cNvPr>
          <p:cNvSpPr>
            <a:spLocks noChangeShapeType="1"/>
          </p:cNvSpPr>
          <p:nvPr/>
        </p:nvSpPr>
        <p:spPr bwMode="auto">
          <a:xfrm>
            <a:off x="3276600" y="3308350"/>
            <a:ext cx="0" cy="28956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929" name="Line 9">
            <a:extLst>
              <a:ext uri="{FF2B5EF4-FFF2-40B4-BE49-F238E27FC236}">
                <a16:creationId xmlns:a16="http://schemas.microsoft.com/office/drawing/2014/main" id="{535B2E5F-E5B8-46B0-A2B1-7E8D5F8626DA}"/>
              </a:ext>
            </a:extLst>
          </p:cNvPr>
          <p:cNvSpPr>
            <a:spLocks noChangeShapeType="1"/>
          </p:cNvSpPr>
          <p:nvPr/>
        </p:nvSpPr>
        <p:spPr bwMode="auto">
          <a:xfrm>
            <a:off x="2362200" y="5289550"/>
            <a:ext cx="32004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930" name="Rectangle 10">
            <a:extLst>
              <a:ext uri="{FF2B5EF4-FFF2-40B4-BE49-F238E27FC236}">
                <a16:creationId xmlns:a16="http://schemas.microsoft.com/office/drawing/2014/main" id="{072C1C9B-7BC0-4DD9-AD22-48E8FC5EBDF7}"/>
              </a:ext>
            </a:extLst>
          </p:cNvPr>
          <p:cNvSpPr>
            <a:spLocks noChangeArrowheads="1"/>
          </p:cNvSpPr>
          <p:nvPr/>
        </p:nvSpPr>
        <p:spPr bwMode="auto">
          <a:xfrm>
            <a:off x="1030288" y="3689350"/>
            <a:ext cx="530225" cy="57943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3200" b="1" i="1">
                <a:solidFill>
                  <a:schemeClr val="hlink"/>
                </a:solidFill>
                <a:latin typeface="Times New Roman" panose="02020603050405020304" pitchFamily="18" charset="0"/>
                <a:sym typeface="Symbol" panose="05050102010706020507" pitchFamily="18" charset="2"/>
              </a:rPr>
              <a:t></a:t>
            </a:r>
            <a:r>
              <a:rPr kumimoji="1" lang="en-US" altLang="zh-CN" sz="3200" b="1" baseline="-25000">
                <a:solidFill>
                  <a:schemeClr val="hlink"/>
                </a:solidFill>
                <a:latin typeface="Times New Roman" panose="02020603050405020304" pitchFamily="18" charset="0"/>
              </a:rPr>
              <a:t>1</a:t>
            </a:r>
            <a:endParaRPr kumimoji="1" lang="en-US" altLang="zh-CN" sz="3200" b="1">
              <a:solidFill>
                <a:schemeClr val="hlink"/>
              </a:solidFill>
              <a:latin typeface="Times New Roman" panose="02020603050405020304" pitchFamily="18" charset="0"/>
            </a:endParaRPr>
          </a:p>
        </p:txBody>
      </p:sp>
      <p:sp>
        <p:nvSpPr>
          <p:cNvPr id="81931" name="Rectangle 11">
            <a:extLst>
              <a:ext uri="{FF2B5EF4-FFF2-40B4-BE49-F238E27FC236}">
                <a16:creationId xmlns:a16="http://schemas.microsoft.com/office/drawing/2014/main" id="{D900B794-BF5A-400B-8732-D7EB72AFBCB6}"/>
              </a:ext>
            </a:extLst>
          </p:cNvPr>
          <p:cNvSpPr>
            <a:spLocks noChangeArrowheads="1"/>
          </p:cNvSpPr>
          <p:nvPr/>
        </p:nvSpPr>
        <p:spPr bwMode="auto">
          <a:xfrm>
            <a:off x="1030288" y="5137150"/>
            <a:ext cx="530225" cy="57943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3200" b="1" i="1">
                <a:solidFill>
                  <a:schemeClr val="hlink"/>
                </a:solidFill>
                <a:latin typeface="Times New Roman" panose="02020603050405020304" pitchFamily="18" charset="0"/>
                <a:sym typeface="Symbol" panose="05050102010706020507" pitchFamily="18" charset="2"/>
              </a:rPr>
              <a:t></a:t>
            </a:r>
            <a:r>
              <a:rPr kumimoji="1" lang="en-US" altLang="zh-CN" sz="3200" b="1" baseline="-25000">
                <a:solidFill>
                  <a:schemeClr val="hlink"/>
                </a:solidFill>
                <a:latin typeface="Times New Roman" panose="02020603050405020304" pitchFamily="18" charset="0"/>
              </a:rPr>
              <a:t>2</a:t>
            </a:r>
            <a:endParaRPr kumimoji="1" lang="en-US" altLang="zh-CN" sz="3200" b="1">
              <a:solidFill>
                <a:schemeClr val="hlink"/>
              </a:solidFill>
              <a:latin typeface="Times New Roman" panose="02020603050405020304" pitchFamily="18" charset="0"/>
            </a:endParaRPr>
          </a:p>
        </p:txBody>
      </p:sp>
      <p:sp>
        <p:nvSpPr>
          <p:cNvPr id="81932" name="Rectangle 12">
            <a:extLst>
              <a:ext uri="{FF2B5EF4-FFF2-40B4-BE49-F238E27FC236}">
                <a16:creationId xmlns:a16="http://schemas.microsoft.com/office/drawing/2014/main" id="{49BE20DF-21D2-453D-81A1-465D69BCCF24}"/>
              </a:ext>
            </a:extLst>
          </p:cNvPr>
          <p:cNvSpPr>
            <a:spLocks noChangeArrowheads="1"/>
          </p:cNvSpPr>
          <p:nvPr/>
        </p:nvSpPr>
        <p:spPr bwMode="auto">
          <a:xfrm>
            <a:off x="2590800" y="3155950"/>
            <a:ext cx="674688" cy="57943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a:r>
              <a:rPr lang="en-US" altLang="zh-CN" sz="3200" b="1" i="1">
                <a:solidFill>
                  <a:schemeClr val="hlink"/>
                </a:solidFill>
                <a:latin typeface="Times New Roman" panose="02020603050405020304" pitchFamily="18" charset="0"/>
                <a:sym typeface="Symbol" panose="05050102010706020507" pitchFamily="18" charset="2"/>
              </a:rPr>
              <a:t></a:t>
            </a:r>
            <a:r>
              <a:rPr lang="en-US" altLang="zh-CN" sz="3200" b="1" baseline="-25000">
                <a:solidFill>
                  <a:schemeClr val="hlink"/>
                </a:solidFill>
                <a:latin typeface="Times New Roman" panose="02020603050405020304" pitchFamily="18" charset="0"/>
              </a:rPr>
              <a:t>3</a:t>
            </a:r>
            <a:endParaRPr kumimoji="1" lang="en-US" altLang="zh-CN" sz="3200" b="1">
              <a:solidFill>
                <a:schemeClr val="hlink"/>
              </a:solidFill>
              <a:latin typeface="Times New Roman" panose="02020603050405020304" pitchFamily="18" charset="0"/>
            </a:endParaRPr>
          </a:p>
        </p:txBody>
      </p:sp>
      <p:sp>
        <p:nvSpPr>
          <p:cNvPr id="81933" name="Rectangle 13">
            <a:extLst>
              <a:ext uri="{FF2B5EF4-FFF2-40B4-BE49-F238E27FC236}">
                <a16:creationId xmlns:a16="http://schemas.microsoft.com/office/drawing/2014/main" id="{B9C3C85D-618E-44DD-9072-5F2FFCC49CB7}"/>
              </a:ext>
            </a:extLst>
          </p:cNvPr>
          <p:cNvSpPr>
            <a:spLocks noChangeArrowheads="1"/>
          </p:cNvSpPr>
          <p:nvPr/>
        </p:nvSpPr>
        <p:spPr bwMode="auto">
          <a:xfrm>
            <a:off x="2630488" y="4679950"/>
            <a:ext cx="530225" cy="57943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3200" b="1" i="1">
                <a:solidFill>
                  <a:schemeClr val="hlink"/>
                </a:solidFill>
                <a:latin typeface="Times New Roman" panose="02020603050405020304" pitchFamily="18" charset="0"/>
                <a:sym typeface="Symbol" panose="05050102010706020507" pitchFamily="18" charset="2"/>
              </a:rPr>
              <a:t></a:t>
            </a:r>
            <a:r>
              <a:rPr kumimoji="1" lang="en-US" altLang="zh-CN" sz="3200" b="1" baseline="-25000">
                <a:solidFill>
                  <a:schemeClr val="hlink"/>
                </a:solidFill>
                <a:latin typeface="Times New Roman" panose="02020603050405020304" pitchFamily="18" charset="0"/>
              </a:rPr>
              <a:t>4</a:t>
            </a:r>
            <a:endParaRPr kumimoji="1" lang="en-US" altLang="zh-CN" sz="3200" b="1">
              <a:solidFill>
                <a:schemeClr val="hlink"/>
              </a:solidFill>
              <a:latin typeface="Times New Roman" panose="02020603050405020304" pitchFamily="18" charset="0"/>
            </a:endParaRPr>
          </a:p>
        </p:txBody>
      </p:sp>
      <p:sp>
        <p:nvSpPr>
          <p:cNvPr id="81934" name="Rectangle 14">
            <a:extLst>
              <a:ext uri="{FF2B5EF4-FFF2-40B4-BE49-F238E27FC236}">
                <a16:creationId xmlns:a16="http://schemas.microsoft.com/office/drawing/2014/main" id="{80861D7A-0D6F-4C76-9161-0828B1D35B63}"/>
              </a:ext>
            </a:extLst>
          </p:cNvPr>
          <p:cNvSpPr>
            <a:spLocks noChangeArrowheads="1"/>
          </p:cNvSpPr>
          <p:nvPr/>
        </p:nvSpPr>
        <p:spPr bwMode="auto">
          <a:xfrm>
            <a:off x="4230688" y="3613150"/>
            <a:ext cx="530225" cy="57943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3200" b="1" i="1">
                <a:solidFill>
                  <a:schemeClr val="hlink"/>
                </a:solidFill>
                <a:latin typeface="Times New Roman" panose="02020603050405020304" pitchFamily="18" charset="0"/>
                <a:sym typeface="Symbol" panose="05050102010706020507" pitchFamily="18" charset="2"/>
              </a:rPr>
              <a:t></a:t>
            </a:r>
            <a:r>
              <a:rPr kumimoji="1" lang="en-US" altLang="zh-CN" sz="3200" b="1" baseline="-25000">
                <a:solidFill>
                  <a:schemeClr val="hlink"/>
                </a:solidFill>
                <a:latin typeface="Times New Roman" panose="02020603050405020304" pitchFamily="18" charset="0"/>
              </a:rPr>
              <a:t>5</a:t>
            </a:r>
            <a:endParaRPr kumimoji="1" lang="en-US" altLang="zh-CN" sz="3200" b="1">
              <a:solidFill>
                <a:schemeClr val="hlink"/>
              </a:solidFill>
              <a:latin typeface="Times New Roman" panose="02020603050405020304" pitchFamily="18" charset="0"/>
            </a:endParaRPr>
          </a:p>
        </p:txBody>
      </p:sp>
      <p:sp>
        <p:nvSpPr>
          <p:cNvPr id="81935" name="Rectangle 15">
            <a:extLst>
              <a:ext uri="{FF2B5EF4-FFF2-40B4-BE49-F238E27FC236}">
                <a16:creationId xmlns:a16="http://schemas.microsoft.com/office/drawing/2014/main" id="{FA5AF121-9B4F-4A87-942C-397BE5C818A3}"/>
              </a:ext>
            </a:extLst>
          </p:cNvPr>
          <p:cNvSpPr>
            <a:spLocks noChangeArrowheads="1"/>
          </p:cNvSpPr>
          <p:nvPr/>
        </p:nvSpPr>
        <p:spPr bwMode="auto">
          <a:xfrm>
            <a:off x="4611688" y="4679950"/>
            <a:ext cx="530225" cy="57943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3200" b="1" i="1">
                <a:solidFill>
                  <a:schemeClr val="hlink"/>
                </a:solidFill>
                <a:latin typeface="Times New Roman" panose="02020603050405020304" pitchFamily="18" charset="0"/>
                <a:sym typeface="Symbol" panose="05050102010706020507" pitchFamily="18" charset="2"/>
              </a:rPr>
              <a:t></a:t>
            </a:r>
            <a:r>
              <a:rPr kumimoji="1" lang="en-US" altLang="zh-CN" sz="3200" b="1" baseline="-25000">
                <a:solidFill>
                  <a:schemeClr val="hlink"/>
                </a:solidFill>
                <a:latin typeface="Times New Roman" panose="02020603050405020304" pitchFamily="18" charset="0"/>
              </a:rPr>
              <a:t>6</a:t>
            </a:r>
            <a:endParaRPr kumimoji="1" lang="en-US" altLang="zh-CN" sz="3200" b="1">
              <a:solidFill>
                <a:schemeClr val="hlink"/>
              </a:solidFill>
              <a:latin typeface="Times New Roman" panose="02020603050405020304" pitchFamily="18" charset="0"/>
            </a:endParaRPr>
          </a:p>
        </p:txBody>
      </p:sp>
      <p:sp>
        <p:nvSpPr>
          <p:cNvPr id="81936" name="Rectangle 16">
            <a:extLst>
              <a:ext uri="{FF2B5EF4-FFF2-40B4-BE49-F238E27FC236}">
                <a16:creationId xmlns:a16="http://schemas.microsoft.com/office/drawing/2014/main" id="{BB59AE08-C478-44F4-9EE0-0757409211AA}"/>
              </a:ext>
            </a:extLst>
          </p:cNvPr>
          <p:cNvSpPr>
            <a:spLocks noChangeArrowheads="1"/>
          </p:cNvSpPr>
          <p:nvPr/>
        </p:nvSpPr>
        <p:spPr bwMode="auto">
          <a:xfrm>
            <a:off x="2401888" y="5670550"/>
            <a:ext cx="530225" cy="57943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3200" b="1" i="1">
                <a:solidFill>
                  <a:schemeClr val="hlink"/>
                </a:solidFill>
                <a:latin typeface="Times New Roman" panose="02020603050405020304" pitchFamily="18" charset="0"/>
                <a:sym typeface="Symbol" panose="05050102010706020507" pitchFamily="18" charset="2"/>
              </a:rPr>
              <a:t></a:t>
            </a:r>
            <a:r>
              <a:rPr kumimoji="1" lang="en-US" altLang="zh-CN" sz="3200" b="1" baseline="-25000">
                <a:solidFill>
                  <a:schemeClr val="hlink"/>
                </a:solidFill>
                <a:latin typeface="Times New Roman" panose="02020603050405020304" pitchFamily="18" charset="0"/>
              </a:rPr>
              <a:t>7</a:t>
            </a:r>
            <a:endParaRPr kumimoji="1" lang="en-US" altLang="zh-CN" sz="3200" b="1">
              <a:solidFill>
                <a:schemeClr val="hlink"/>
              </a:solidFill>
              <a:latin typeface="Times New Roman" panose="02020603050405020304" pitchFamily="18" charset="0"/>
            </a:endParaRPr>
          </a:p>
        </p:txBody>
      </p:sp>
      <p:sp>
        <p:nvSpPr>
          <p:cNvPr id="81937" name="Rectangle 17">
            <a:extLst>
              <a:ext uri="{FF2B5EF4-FFF2-40B4-BE49-F238E27FC236}">
                <a16:creationId xmlns:a16="http://schemas.microsoft.com/office/drawing/2014/main" id="{275A5194-9C50-4A5B-A847-07E9F21B4BA7}"/>
              </a:ext>
            </a:extLst>
          </p:cNvPr>
          <p:cNvSpPr>
            <a:spLocks noChangeArrowheads="1"/>
          </p:cNvSpPr>
          <p:nvPr/>
        </p:nvSpPr>
        <p:spPr bwMode="auto">
          <a:xfrm>
            <a:off x="4230688" y="5518150"/>
            <a:ext cx="530225" cy="57943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3200" b="1" i="1">
                <a:solidFill>
                  <a:schemeClr val="hlink"/>
                </a:solidFill>
                <a:latin typeface="Times New Roman" panose="02020603050405020304" pitchFamily="18" charset="0"/>
                <a:sym typeface="Symbol" panose="05050102010706020507" pitchFamily="18" charset="2"/>
              </a:rPr>
              <a:t></a:t>
            </a:r>
            <a:r>
              <a:rPr kumimoji="1" lang="en-US" altLang="zh-CN" sz="3200" b="1" baseline="-25000">
                <a:solidFill>
                  <a:schemeClr val="hlink"/>
                </a:solidFill>
                <a:latin typeface="Times New Roman" panose="02020603050405020304" pitchFamily="18" charset="0"/>
              </a:rPr>
              <a:t>8</a:t>
            </a:r>
            <a:endParaRPr kumimoji="1" lang="en-US" altLang="zh-CN" sz="3200" b="1">
              <a:solidFill>
                <a:schemeClr val="hlink"/>
              </a:solidFill>
              <a:latin typeface="Times New Roman" panose="02020603050405020304" pitchFamily="18" charset="0"/>
            </a:endParaRPr>
          </a:p>
        </p:txBody>
      </p:sp>
      <p:sp>
        <p:nvSpPr>
          <p:cNvPr id="81938" name="Rectangle 18">
            <a:extLst>
              <a:ext uri="{FF2B5EF4-FFF2-40B4-BE49-F238E27FC236}">
                <a16:creationId xmlns:a16="http://schemas.microsoft.com/office/drawing/2014/main" id="{DE47D9C0-6DA3-46C2-BA29-32657F7A0204}"/>
              </a:ext>
            </a:extLst>
          </p:cNvPr>
          <p:cNvSpPr>
            <a:spLocks noChangeArrowheads="1"/>
          </p:cNvSpPr>
          <p:nvPr/>
        </p:nvSpPr>
        <p:spPr bwMode="auto">
          <a:xfrm>
            <a:off x="2701925" y="4146550"/>
            <a:ext cx="387350" cy="57943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3200" b="1" i="1">
                <a:solidFill>
                  <a:schemeClr val="hlink"/>
                </a:solidFill>
                <a:latin typeface="Times New Roman" panose="02020603050405020304" pitchFamily="18" charset="0"/>
              </a:rPr>
              <a:t>x</a:t>
            </a:r>
            <a:endParaRPr kumimoji="1" lang="en-US" altLang="zh-CN" sz="3200" b="1">
              <a:solidFill>
                <a:schemeClr val="hlink"/>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1922"/>
                                        </p:tgtEl>
                                        <p:attrNameLst>
                                          <p:attrName>style.visibility</p:attrName>
                                        </p:attrNameLst>
                                      </p:cBhvr>
                                      <p:to>
                                        <p:strVal val="visible"/>
                                      </p:to>
                                    </p:set>
                                    <p:anim calcmode="lin" valueType="num">
                                      <p:cBhvr additive="base">
                                        <p:cTn id="7" dur="500" fill="hold"/>
                                        <p:tgtEl>
                                          <p:spTgt spid="81922"/>
                                        </p:tgtEl>
                                        <p:attrNameLst>
                                          <p:attrName>ppt_x</p:attrName>
                                        </p:attrNameLst>
                                      </p:cBhvr>
                                      <p:tavLst>
                                        <p:tav tm="0">
                                          <p:val>
                                            <p:strVal val="1+#ppt_w/2"/>
                                          </p:val>
                                        </p:tav>
                                        <p:tav tm="100000">
                                          <p:val>
                                            <p:strVal val="#ppt_x"/>
                                          </p:val>
                                        </p:tav>
                                      </p:tavLst>
                                    </p:anim>
                                    <p:anim calcmode="lin" valueType="num">
                                      <p:cBhvr additive="base">
                                        <p:cTn id="8" dur="500" fill="hold"/>
                                        <p:tgtEl>
                                          <p:spTgt spid="8192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81923"/>
                                        </p:tgtEl>
                                        <p:attrNameLst>
                                          <p:attrName>style.visibility</p:attrName>
                                        </p:attrNameLst>
                                      </p:cBhvr>
                                      <p:to>
                                        <p:strVal val="visible"/>
                                      </p:to>
                                    </p:set>
                                    <p:anim calcmode="lin" valueType="num">
                                      <p:cBhvr additive="base">
                                        <p:cTn id="12" dur="500" fill="hold"/>
                                        <p:tgtEl>
                                          <p:spTgt spid="81923"/>
                                        </p:tgtEl>
                                        <p:attrNameLst>
                                          <p:attrName>ppt_x</p:attrName>
                                        </p:attrNameLst>
                                      </p:cBhvr>
                                      <p:tavLst>
                                        <p:tav tm="0">
                                          <p:val>
                                            <p:strVal val="1+#ppt_w/2"/>
                                          </p:val>
                                        </p:tav>
                                        <p:tav tm="100000">
                                          <p:val>
                                            <p:strVal val="#ppt_x"/>
                                          </p:val>
                                        </p:tav>
                                      </p:tavLst>
                                    </p:anim>
                                    <p:anim calcmode="lin" valueType="num">
                                      <p:cBhvr additive="base">
                                        <p:cTn id="13" dur="500" fill="hold"/>
                                        <p:tgtEl>
                                          <p:spTgt spid="819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2" grpId="0" autoUpdateAnimBg="0"/>
      <p:bldP spid="81923"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6C7C25FF-5D06-49BC-9343-3B0E0F593C68}"/>
              </a:ext>
            </a:extLst>
          </p:cNvPr>
          <p:cNvSpPr>
            <a:spLocks noGrp="1" noChangeArrowheads="1"/>
          </p:cNvSpPr>
          <p:nvPr>
            <p:ph type="body" sz="half" idx="1"/>
          </p:nvPr>
        </p:nvSpPr>
        <p:spPr>
          <a:xfrm>
            <a:off x="323850" y="692150"/>
            <a:ext cx="8507413" cy="5184775"/>
          </a:xfrm>
        </p:spPr>
        <p:txBody>
          <a:bodyPr/>
          <a:lstStyle/>
          <a:p>
            <a:pPr marL="0" indent="0">
              <a:buClr>
                <a:schemeClr val="tx1"/>
              </a:buClr>
              <a:buFontTx/>
              <a:buNone/>
            </a:pPr>
            <a:r>
              <a:rPr lang="zh-CN" altLang="zh-CN" b="1">
                <a:solidFill>
                  <a:srgbClr val="FF00FF"/>
                </a:solidFill>
                <a:latin typeface="Times New Roman" panose="02020603050405020304" pitchFamily="18" charset="0"/>
              </a:rPr>
              <a:t>5) 后验概率：</a:t>
            </a:r>
            <a:r>
              <a:rPr lang="zh-CN" altLang="en-US" sz="2800" b="1">
                <a:solidFill>
                  <a:srgbClr val="FF00FF"/>
                </a:solidFill>
                <a:latin typeface="Times New Roman" panose="02020603050405020304" pitchFamily="18" charset="0"/>
              </a:rPr>
              <a:t> </a:t>
            </a:r>
            <a:endParaRPr lang="zh-CN" altLang="en-US" sz="2800" b="1">
              <a:solidFill>
                <a:srgbClr val="FFFF00"/>
              </a:solidFill>
              <a:latin typeface="Times New Roman" panose="02020603050405020304" pitchFamily="18" charset="0"/>
              <a:sym typeface="Symbol" panose="05050102010706020507" pitchFamily="18" charset="2"/>
            </a:endParaRPr>
          </a:p>
          <a:p>
            <a:pPr marL="0" indent="0">
              <a:lnSpc>
                <a:spcPct val="125000"/>
              </a:lnSpc>
              <a:buClr>
                <a:schemeClr val="tx1"/>
              </a:buClr>
              <a:buFontTx/>
              <a:buNone/>
            </a:pPr>
            <a:r>
              <a:rPr lang="zh-CN" altLang="zh-CN" sz="2800" b="1">
                <a:latin typeface="Times New Roman" panose="02020603050405020304" pitchFamily="18" charset="0"/>
              </a:rPr>
              <a:t> </a:t>
            </a:r>
            <a:r>
              <a:rPr lang="zh-CN" altLang="en-US" sz="2800" b="1">
                <a:latin typeface="Times New Roman" panose="02020603050405020304" pitchFamily="18" charset="0"/>
              </a:rPr>
              <a:t> </a:t>
            </a:r>
            <a:r>
              <a:rPr lang="zh-CN" altLang="zh-CN" sz="2800" b="1">
                <a:latin typeface="Times New Roman" panose="02020603050405020304" pitchFamily="18" charset="0"/>
              </a:rPr>
              <a:t> </a:t>
            </a:r>
            <a:r>
              <a:rPr lang="zh-CN" altLang="en-US" sz="2800" b="1">
                <a:latin typeface="Times New Roman" panose="02020603050405020304" pitchFamily="18" charset="0"/>
              </a:rPr>
              <a:t> </a:t>
            </a:r>
            <a:r>
              <a:rPr lang="zh-CN" altLang="zh-CN" sz="2800" b="1">
                <a:latin typeface="Times New Roman" panose="02020603050405020304" pitchFamily="18" charset="0"/>
              </a:rPr>
              <a:t> </a:t>
            </a:r>
            <a:r>
              <a:rPr lang="zh-CN" altLang="en-US" sz="2800" b="1">
                <a:latin typeface="Times New Roman" panose="02020603050405020304" pitchFamily="18" charset="0"/>
              </a:rPr>
              <a:t> </a:t>
            </a:r>
            <a:r>
              <a:rPr lang="zh-CN" altLang="zh-CN" sz="2800" b="1">
                <a:latin typeface="Times New Roman" panose="02020603050405020304" pitchFamily="18" charset="0"/>
              </a:rPr>
              <a:t> </a:t>
            </a:r>
            <a:r>
              <a:rPr lang="zh-CN" altLang="en-US" sz="2800" b="1">
                <a:latin typeface="Times New Roman" panose="02020603050405020304" pitchFamily="18" charset="0"/>
              </a:rPr>
              <a:t> </a:t>
            </a:r>
            <a:r>
              <a:rPr lang="zh-CN" altLang="zh-CN" sz="2800" b="1">
                <a:latin typeface="Times New Roman" panose="02020603050405020304" pitchFamily="18" charset="0"/>
              </a:rPr>
              <a:t> 利用Bayes公式，结合采样等方法获取了新的附加信息，对先验概率进行修正后得到的更符合实际的概率，也称为逆概率，标记为 </a:t>
            </a:r>
            <a:r>
              <a:rPr lang="zh-CN" altLang="zh-CN" b="1" i="1">
                <a:solidFill>
                  <a:srgbClr val="FFFF00"/>
                </a:solidFill>
                <a:latin typeface="Times New Roman" panose="02020603050405020304" pitchFamily="18" charset="0"/>
                <a:sym typeface="Symbol" panose="05050102010706020507" pitchFamily="18" charset="2"/>
              </a:rPr>
              <a:t>  </a:t>
            </a:r>
            <a:r>
              <a:rPr lang="zh-CN" altLang="zh-CN" b="1">
                <a:solidFill>
                  <a:srgbClr val="FFFF00"/>
                </a:solidFill>
                <a:latin typeface="Times New Roman" panose="02020603050405020304" pitchFamily="18" charset="0"/>
                <a:sym typeface="Symbol" panose="05050102010706020507" pitchFamily="18" charset="2"/>
              </a:rPr>
              <a:t>( </a:t>
            </a:r>
            <a:r>
              <a:rPr lang="zh-CN" altLang="zh-CN" b="1" i="1">
                <a:solidFill>
                  <a:srgbClr val="FFFF00"/>
                </a:solidFill>
                <a:latin typeface="Times New Roman" panose="02020603050405020304" pitchFamily="18" charset="0"/>
                <a:sym typeface="Symbol" panose="05050102010706020507" pitchFamily="18" charset="2"/>
              </a:rPr>
              <a:t></a:t>
            </a:r>
            <a:r>
              <a:rPr lang="zh-CN" altLang="zh-CN" b="1">
                <a:solidFill>
                  <a:srgbClr val="FFFF00"/>
                </a:solidFill>
                <a:latin typeface="Times New Roman" panose="02020603050405020304" pitchFamily="18" charset="0"/>
                <a:sym typeface="Symbol" panose="05050102010706020507" pitchFamily="18" charset="2"/>
              </a:rPr>
              <a:t>  | </a:t>
            </a:r>
            <a:r>
              <a:rPr lang="zh-CN" altLang="zh-CN" b="1" i="1">
                <a:solidFill>
                  <a:srgbClr val="FFFF00"/>
                </a:solidFill>
                <a:latin typeface="Times New Roman" panose="02020603050405020304" pitchFamily="18" charset="0"/>
                <a:sym typeface="Symbol" panose="05050102010706020507" pitchFamily="18" charset="2"/>
              </a:rPr>
              <a:t>x </a:t>
            </a:r>
            <a:r>
              <a:rPr lang="zh-CN" altLang="zh-CN" b="1">
                <a:solidFill>
                  <a:srgbClr val="FFFF00"/>
                </a:solidFill>
                <a:latin typeface="Times New Roman" panose="02020603050405020304" pitchFamily="18" charset="0"/>
                <a:sym typeface="Symbol" panose="05050102010706020507" pitchFamily="18" charset="2"/>
              </a:rPr>
              <a:t>)</a:t>
            </a:r>
            <a:r>
              <a:rPr lang="zh-CN" altLang="zh-CN" sz="2800" b="1">
                <a:latin typeface="Times New Roman" panose="02020603050405020304" pitchFamily="18" charset="0"/>
              </a:rPr>
              <a:t> 。</a:t>
            </a:r>
          </a:p>
          <a:p>
            <a:pPr marL="0" indent="0">
              <a:lnSpc>
                <a:spcPct val="125000"/>
              </a:lnSpc>
              <a:buClr>
                <a:schemeClr val="tx1"/>
              </a:buClr>
              <a:buFontTx/>
              <a:buNone/>
            </a:pPr>
            <a:endParaRPr lang="zh-CN" altLang="en-US" sz="2800" b="1">
              <a:latin typeface="Times New Roman" panose="02020603050405020304" pitchFamily="18" charset="0"/>
            </a:endParaRPr>
          </a:p>
          <a:p>
            <a:pPr marL="0" indent="0">
              <a:lnSpc>
                <a:spcPct val="125000"/>
              </a:lnSpc>
              <a:buClr>
                <a:schemeClr val="tx1"/>
              </a:buClr>
              <a:buFontTx/>
              <a:buNone/>
            </a:pPr>
            <a:r>
              <a:rPr lang="zh-CN" altLang="en-US" sz="2800" b="1">
                <a:solidFill>
                  <a:srgbClr val="FFFF00"/>
                </a:solidFill>
                <a:latin typeface="Times New Roman" panose="02020603050405020304" pitchFamily="18" charset="0"/>
              </a:rPr>
              <a:t>本例中，</a:t>
            </a:r>
            <a:r>
              <a:rPr kumimoji="1" lang="zh-CN" altLang="en-US" sz="2800" b="1"/>
              <a:t>次品汽车出厂后验概率 </a:t>
            </a:r>
            <a:r>
              <a:rPr kumimoji="1" lang="zh-CN" altLang="en-US" sz="2800" b="1" i="1">
                <a:latin typeface="Times New Roman" panose="02020603050405020304" pitchFamily="18" charset="0"/>
                <a:sym typeface="Symbol" panose="05050102010706020507" pitchFamily="18" charset="2"/>
              </a:rPr>
              <a:t></a:t>
            </a:r>
            <a:r>
              <a:rPr kumimoji="1" lang="zh-CN" altLang="en-US" sz="2800" b="1">
                <a:latin typeface="Times New Roman" panose="02020603050405020304" pitchFamily="18" charset="0"/>
              </a:rPr>
              <a:t> </a:t>
            </a:r>
            <a:r>
              <a:rPr kumimoji="1" lang="en-US" altLang="zh-CN" sz="2800" b="1">
                <a:latin typeface="Times New Roman" panose="02020603050405020304" pitchFamily="18" charset="0"/>
              </a:rPr>
              <a:t>( </a:t>
            </a:r>
            <a:r>
              <a:rPr kumimoji="1" lang="en-US" altLang="zh-CN" sz="2800" b="1" i="1">
                <a:latin typeface="Times New Roman" panose="02020603050405020304" pitchFamily="18" charset="0"/>
                <a:sym typeface="Symbol" panose="05050102010706020507" pitchFamily="18" charset="2"/>
              </a:rPr>
              <a:t></a:t>
            </a:r>
            <a:r>
              <a:rPr kumimoji="1" lang="en-US" altLang="zh-CN" sz="2800" b="1" baseline="-25000">
                <a:latin typeface="Times New Roman" panose="02020603050405020304" pitchFamily="18" charset="0"/>
                <a:sym typeface="Symbol" panose="05050102010706020507" pitchFamily="18" charset="2"/>
              </a:rPr>
              <a:t>1</a:t>
            </a:r>
            <a:r>
              <a:rPr kumimoji="1" lang="en-US" altLang="zh-CN" sz="2800" b="1">
                <a:latin typeface="Times New Roman" panose="02020603050405020304" pitchFamily="18" charset="0"/>
              </a:rPr>
              <a:t> | </a:t>
            </a:r>
            <a:r>
              <a:rPr kumimoji="1" lang="en-US" altLang="zh-CN" sz="2800" b="1" i="1">
                <a:latin typeface="Times New Roman" panose="02020603050405020304" pitchFamily="18" charset="0"/>
              </a:rPr>
              <a:t>x</a:t>
            </a:r>
            <a:r>
              <a:rPr kumimoji="1" lang="en-US" altLang="zh-CN" sz="2800" b="1">
                <a:latin typeface="Times New Roman" panose="02020603050405020304" pitchFamily="18" charset="0"/>
              </a:rPr>
              <a:t> )</a:t>
            </a:r>
            <a:r>
              <a:rPr kumimoji="1" lang="zh-CN" altLang="en-US" sz="2800" b="1">
                <a:latin typeface="Times New Roman" panose="02020603050405020304" pitchFamily="18" charset="0"/>
              </a:rPr>
              <a:t>和 </a:t>
            </a:r>
            <a:r>
              <a:rPr kumimoji="1" lang="zh-CN" altLang="en-US" sz="2800" b="1" i="1">
                <a:latin typeface="Times New Roman" panose="02020603050405020304" pitchFamily="18" charset="0"/>
                <a:sym typeface="Symbol" panose="05050102010706020507" pitchFamily="18" charset="2"/>
              </a:rPr>
              <a:t></a:t>
            </a:r>
            <a:r>
              <a:rPr kumimoji="1" lang="zh-CN" altLang="en-US" sz="2800" b="1">
                <a:latin typeface="Times New Roman" panose="02020603050405020304" pitchFamily="18" charset="0"/>
              </a:rPr>
              <a:t> </a:t>
            </a:r>
            <a:r>
              <a:rPr kumimoji="1" lang="en-US" altLang="zh-CN" sz="2800" b="1">
                <a:latin typeface="Times New Roman" panose="02020603050405020304" pitchFamily="18" charset="0"/>
              </a:rPr>
              <a:t>(</a:t>
            </a:r>
            <a:r>
              <a:rPr kumimoji="1" lang="en-US" altLang="zh-CN" sz="2800" b="1" i="1">
                <a:latin typeface="Times New Roman" panose="02020603050405020304" pitchFamily="18" charset="0"/>
                <a:sym typeface="Symbol" panose="05050102010706020507" pitchFamily="18" charset="2"/>
              </a:rPr>
              <a:t></a:t>
            </a:r>
            <a:r>
              <a:rPr kumimoji="1" lang="en-US" altLang="zh-CN" sz="2800" b="1" baseline="-25000">
                <a:latin typeface="Times New Roman" panose="02020603050405020304" pitchFamily="18" charset="0"/>
                <a:sym typeface="Symbol" panose="05050102010706020507" pitchFamily="18" charset="2"/>
              </a:rPr>
              <a:t>2 </a:t>
            </a:r>
            <a:r>
              <a:rPr kumimoji="1" lang="en-US" altLang="zh-CN" sz="2800" b="1">
                <a:latin typeface="Times New Roman" panose="02020603050405020304" pitchFamily="18" charset="0"/>
              </a:rPr>
              <a:t>| </a:t>
            </a:r>
            <a:r>
              <a:rPr kumimoji="1" lang="en-US" altLang="zh-CN" sz="2800" b="1" i="1">
                <a:latin typeface="Times New Roman" panose="02020603050405020304" pitchFamily="18" charset="0"/>
              </a:rPr>
              <a:t>x</a:t>
            </a:r>
            <a:r>
              <a:rPr kumimoji="1" lang="en-US" altLang="zh-CN" sz="2800" b="1">
                <a:latin typeface="Times New Roman" panose="02020603050405020304" pitchFamily="18" charset="0"/>
              </a:rPr>
              <a:t> )</a:t>
            </a:r>
            <a:r>
              <a:rPr kumimoji="1" lang="zh-CN" altLang="en-US" sz="2800" b="1">
                <a:latin typeface="Times New Roman" panose="02020603050405020304" pitchFamily="18" charset="0"/>
              </a:rPr>
              <a:t>可以采用贝叶斯定理计算得出。 </a:t>
            </a:r>
          </a:p>
          <a:p>
            <a:pPr marL="0" indent="0">
              <a:lnSpc>
                <a:spcPct val="125000"/>
              </a:lnSpc>
              <a:buClr>
                <a:schemeClr val="tx1"/>
              </a:buClr>
              <a:buFontTx/>
              <a:buNone/>
            </a:pPr>
            <a:endParaRPr lang="en-US" altLang="zh-CN" sz="2800" b="1">
              <a:solidFill>
                <a:srgbClr val="FFFF00"/>
              </a:solidFill>
              <a:latin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970" name="Object 2">
            <a:extLst>
              <a:ext uri="{FF2B5EF4-FFF2-40B4-BE49-F238E27FC236}">
                <a16:creationId xmlns:a16="http://schemas.microsoft.com/office/drawing/2014/main" id="{E37E29B1-BE4B-4A86-A6B0-809633A539AD}"/>
              </a:ext>
            </a:extLst>
          </p:cNvPr>
          <p:cNvGraphicFramePr>
            <a:graphicFrameLocks noChangeAspect="1"/>
          </p:cNvGraphicFramePr>
          <p:nvPr/>
        </p:nvGraphicFramePr>
        <p:xfrm>
          <a:off x="4440238" y="3660775"/>
          <a:ext cx="112712" cy="214313"/>
        </p:xfrm>
        <a:graphic>
          <a:graphicData uri="http://schemas.openxmlformats.org/presentationml/2006/ole">
            <mc:AlternateContent xmlns:mc="http://schemas.openxmlformats.org/markup-compatibility/2006">
              <mc:Choice xmlns:v="urn:schemas-microsoft-com:vml" Requires="v">
                <p:oleObj name="公式" r:id="rId2" imgW="114120" imgH="215640" progId="Equation.3">
                  <p:embed/>
                </p:oleObj>
              </mc:Choice>
              <mc:Fallback>
                <p:oleObj name="公式" r:id="rId2" imgW="114120" imgH="21564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0238" y="3660775"/>
                        <a:ext cx="112712"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971" name="Object 3">
            <a:extLst>
              <a:ext uri="{FF2B5EF4-FFF2-40B4-BE49-F238E27FC236}">
                <a16:creationId xmlns:a16="http://schemas.microsoft.com/office/drawing/2014/main" id="{FE29A50E-DD43-428A-98B9-3E2013F6DF4D}"/>
              </a:ext>
            </a:extLst>
          </p:cNvPr>
          <p:cNvGraphicFramePr>
            <a:graphicFrameLocks noChangeAspect="1"/>
          </p:cNvGraphicFramePr>
          <p:nvPr/>
        </p:nvGraphicFramePr>
        <p:xfrm>
          <a:off x="1908175" y="2133600"/>
          <a:ext cx="4586288" cy="1435100"/>
        </p:xfrm>
        <a:graphic>
          <a:graphicData uri="http://schemas.openxmlformats.org/presentationml/2006/ole">
            <mc:AlternateContent xmlns:mc="http://schemas.openxmlformats.org/markup-compatibility/2006">
              <mc:Choice xmlns:v="urn:schemas-microsoft-com:vml" Requires="v">
                <p:oleObj name="公式" r:id="rId4" imgW="1739880" imgH="545760" progId="Equation.3">
                  <p:embed/>
                </p:oleObj>
              </mc:Choice>
              <mc:Fallback>
                <p:oleObj name="公式" r:id="rId4" imgW="1739880" imgH="54576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8175" y="2133600"/>
                        <a:ext cx="4586288" cy="1435100"/>
                      </a:xfrm>
                      <a:prstGeom prst="rect">
                        <a:avLst/>
                      </a:prstGeom>
                      <a:solidFill>
                        <a:srgbClr val="8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72" name="Text Box 4">
            <a:extLst>
              <a:ext uri="{FF2B5EF4-FFF2-40B4-BE49-F238E27FC236}">
                <a16:creationId xmlns:a16="http://schemas.microsoft.com/office/drawing/2014/main" id="{636035C6-42B5-49F6-B192-66C6F9996147}"/>
              </a:ext>
            </a:extLst>
          </p:cNvPr>
          <p:cNvSpPr txBox="1">
            <a:spLocks noChangeArrowheads="1"/>
          </p:cNvSpPr>
          <p:nvPr/>
        </p:nvSpPr>
        <p:spPr bwMode="auto">
          <a:xfrm>
            <a:off x="323850" y="4081463"/>
            <a:ext cx="8197850" cy="16922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nSpc>
                <a:spcPct val="125000"/>
              </a:lnSpc>
              <a:spcBef>
                <a:spcPct val="20000"/>
              </a:spcBef>
            </a:pPr>
            <a:r>
              <a:rPr kumimoji="1" lang="en-US" altLang="zh-CN" sz="2800" b="1">
                <a:latin typeface="Times New Roman" panose="02020603050405020304" pitchFamily="18" charset="0"/>
              </a:rPr>
              <a:t>       </a:t>
            </a:r>
            <a:r>
              <a:rPr kumimoji="1" lang="zh-CN" altLang="en-US" sz="2800" b="1">
                <a:latin typeface="Times New Roman" panose="02020603050405020304" pitchFamily="18" charset="0"/>
              </a:rPr>
              <a:t>该公式于</a:t>
            </a:r>
            <a:r>
              <a:rPr kumimoji="1" lang="en-US" altLang="zh-CN" sz="2800" b="1">
                <a:latin typeface="Times New Roman" panose="02020603050405020304" pitchFamily="18" charset="0"/>
              </a:rPr>
              <a:t>1763</a:t>
            </a:r>
            <a:r>
              <a:rPr kumimoji="1" lang="zh-CN" altLang="en-US" sz="2800" b="1">
                <a:latin typeface="Times New Roman" panose="02020603050405020304" pitchFamily="18" charset="0"/>
              </a:rPr>
              <a:t>年由贝叶斯</a:t>
            </a:r>
            <a:r>
              <a:rPr kumimoji="1" lang="en-US" altLang="zh-CN" sz="2800" b="1">
                <a:latin typeface="Times New Roman" panose="02020603050405020304" pitchFamily="18" charset="0"/>
              </a:rPr>
              <a:t>(Bayes)</a:t>
            </a:r>
            <a:r>
              <a:rPr kumimoji="1" lang="zh-CN" altLang="en-US" sz="2800" b="1">
                <a:latin typeface="Times New Roman" panose="02020603050405020304" pitchFamily="18" charset="0"/>
              </a:rPr>
              <a:t>给出。它是在观察到事件 </a:t>
            </a:r>
            <a:r>
              <a:rPr kumimoji="1" lang="en-US" altLang="zh-CN" sz="2800" b="1" i="1">
                <a:latin typeface="Times New Roman" panose="02020603050405020304" pitchFamily="18" charset="0"/>
              </a:rPr>
              <a:t>x </a:t>
            </a:r>
            <a:r>
              <a:rPr kumimoji="1" lang="zh-CN" altLang="en-US" sz="2800" b="1">
                <a:latin typeface="Times New Roman" panose="02020603050405020304" pitchFamily="18" charset="0"/>
              </a:rPr>
              <a:t>已发生的条件下，寻找导致 </a:t>
            </a:r>
            <a:r>
              <a:rPr kumimoji="1" lang="en-US" altLang="zh-CN" sz="2800" b="1" i="1">
                <a:latin typeface="Times New Roman" panose="02020603050405020304" pitchFamily="18" charset="0"/>
              </a:rPr>
              <a:t>x </a:t>
            </a:r>
            <a:r>
              <a:rPr kumimoji="1" lang="zh-CN" altLang="en-US" sz="2800" b="1">
                <a:latin typeface="Times New Roman" panose="02020603050405020304" pitchFamily="18" charset="0"/>
              </a:rPr>
              <a:t>发生的参数</a:t>
            </a:r>
            <a:r>
              <a:rPr kumimoji="1" lang="zh-CN" altLang="en-US" sz="2800" b="1" i="1">
                <a:latin typeface="Times New Roman" panose="02020603050405020304" pitchFamily="18" charset="0"/>
                <a:sym typeface="Symbol" panose="05050102010706020507" pitchFamily="18" charset="2"/>
              </a:rPr>
              <a:t> </a:t>
            </a:r>
            <a:r>
              <a:rPr kumimoji="1" lang="zh-CN" altLang="en-US" sz="2800" b="1">
                <a:latin typeface="Times New Roman" panose="02020603050405020304" pitchFamily="18" charset="0"/>
              </a:rPr>
              <a:t>的概率分布。</a:t>
            </a:r>
            <a:endParaRPr kumimoji="1" lang="zh-CN" altLang="en-US" sz="2800">
              <a:latin typeface="Times New Roman" panose="02020603050405020304" pitchFamily="18" charset="0"/>
            </a:endParaRPr>
          </a:p>
        </p:txBody>
      </p:sp>
      <p:sp>
        <p:nvSpPr>
          <p:cNvPr id="83973" name="Rectangle 5">
            <a:extLst>
              <a:ext uri="{FF2B5EF4-FFF2-40B4-BE49-F238E27FC236}">
                <a16:creationId xmlns:a16="http://schemas.microsoft.com/office/drawing/2014/main" id="{34500C2D-670C-414C-9675-FF03A9EA9067}"/>
              </a:ext>
            </a:extLst>
          </p:cNvPr>
          <p:cNvSpPr>
            <a:spLocks noChangeArrowheads="1"/>
          </p:cNvSpPr>
          <p:nvPr/>
        </p:nvSpPr>
        <p:spPr bwMode="auto">
          <a:xfrm>
            <a:off x="468313" y="549275"/>
            <a:ext cx="5256212" cy="6413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kumimoji="1" lang="en-US" altLang="zh-CN" sz="3600" b="1">
                <a:latin typeface="Times New Roman" panose="02020603050405020304" pitchFamily="18" charset="0"/>
              </a:rPr>
              <a:t>2. </a:t>
            </a:r>
            <a:r>
              <a:rPr kumimoji="1" lang="zh-CN" altLang="en-US" sz="3600" b="1">
                <a:latin typeface="Times New Roman" panose="02020603050405020304" pitchFamily="18" charset="0"/>
              </a:rPr>
              <a:t>贝叶斯</a:t>
            </a:r>
            <a:r>
              <a:rPr kumimoji="1" lang="en-US" altLang="zh-CN" sz="3600" b="1">
                <a:latin typeface="Times New Roman" panose="02020603050405020304" pitchFamily="18" charset="0"/>
              </a:rPr>
              <a:t>(Bayes)</a:t>
            </a:r>
            <a:r>
              <a:rPr kumimoji="1" lang="zh-CN" altLang="en-US" sz="3600" b="1">
                <a:latin typeface="Times New Roman" panose="02020603050405020304" pitchFamily="18" charset="0"/>
              </a:rPr>
              <a:t>公式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3971"/>
                                        </p:tgtEl>
                                        <p:attrNameLst>
                                          <p:attrName>style.visibility</p:attrName>
                                        </p:attrNameLst>
                                      </p:cBhvr>
                                      <p:to>
                                        <p:strVal val="visible"/>
                                      </p:to>
                                    </p:set>
                                    <p:anim calcmode="lin" valueType="num">
                                      <p:cBhvr additive="base">
                                        <p:cTn id="7" dur="500" fill="hold"/>
                                        <p:tgtEl>
                                          <p:spTgt spid="83971"/>
                                        </p:tgtEl>
                                        <p:attrNameLst>
                                          <p:attrName>ppt_x</p:attrName>
                                        </p:attrNameLst>
                                      </p:cBhvr>
                                      <p:tavLst>
                                        <p:tav tm="0">
                                          <p:val>
                                            <p:strVal val="#ppt_x"/>
                                          </p:val>
                                        </p:tav>
                                        <p:tav tm="100000">
                                          <p:val>
                                            <p:strVal val="#ppt_x"/>
                                          </p:val>
                                        </p:tav>
                                      </p:tavLst>
                                    </p:anim>
                                    <p:anim calcmode="lin" valueType="num">
                                      <p:cBhvr additive="base">
                                        <p:cTn id="8" dur="500" fill="hold"/>
                                        <p:tgtEl>
                                          <p:spTgt spid="8397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83972"/>
                                        </p:tgtEl>
                                        <p:attrNameLst>
                                          <p:attrName>style.visibility</p:attrName>
                                        </p:attrNameLst>
                                      </p:cBhvr>
                                      <p:to>
                                        <p:strVal val="visible"/>
                                      </p:to>
                                    </p:set>
                                    <p:animEffect transition="in" filter="wipe(left)">
                                      <p:cBhvr>
                                        <p:cTn id="13" dur="500"/>
                                        <p:tgtEl>
                                          <p:spTgt spid="839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2"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E9D550BC-BE5A-4941-94FD-0BFFC204F898}"/>
              </a:ext>
            </a:extLst>
          </p:cNvPr>
          <p:cNvSpPr>
            <a:spLocks noGrp="1" noChangeArrowheads="1"/>
          </p:cNvSpPr>
          <p:nvPr>
            <p:ph type="body" sz="half" idx="1"/>
          </p:nvPr>
        </p:nvSpPr>
        <p:spPr>
          <a:xfrm>
            <a:off x="468313" y="908050"/>
            <a:ext cx="8002587" cy="4495800"/>
          </a:xfrm>
        </p:spPr>
        <p:txBody>
          <a:bodyPr/>
          <a:lstStyle/>
          <a:p>
            <a:pPr marL="0" indent="0">
              <a:lnSpc>
                <a:spcPct val="125000"/>
              </a:lnSpc>
              <a:buClr>
                <a:schemeClr val="tx1"/>
              </a:buClr>
              <a:buFontTx/>
              <a:buNone/>
            </a:pPr>
            <a:r>
              <a:rPr lang="zh-CN" altLang="zh-CN" sz="2800" b="1">
                <a:solidFill>
                  <a:srgbClr val="FFFF00"/>
                </a:solidFill>
                <a:latin typeface="Times New Roman" panose="02020603050405020304" pitchFamily="18" charset="0"/>
              </a:rPr>
              <a:t>贝叶斯定理的意义在于：</a:t>
            </a:r>
          </a:p>
          <a:p>
            <a:pPr marL="0" indent="0">
              <a:lnSpc>
                <a:spcPct val="125000"/>
              </a:lnSpc>
              <a:buClr>
                <a:schemeClr val="tx1"/>
              </a:buClr>
              <a:buFontTx/>
              <a:buNone/>
            </a:pPr>
            <a:r>
              <a:rPr lang="zh-CN" altLang="zh-CN" sz="2800" b="1">
                <a:latin typeface="Times New Roman" panose="02020603050405020304" pitchFamily="18" charset="0"/>
              </a:rPr>
              <a:t>         </a:t>
            </a:r>
            <a:r>
              <a:rPr lang="zh-CN" altLang="zh-CN" sz="2400" b="1">
                <a:latin typeface="Times New Roman" panose="02020603050405020304" pitchFamily="18" charset="0"/>
              </a:rPr>
              <a:t>我们很容易直接得出 </a:t>
            </a:r>
            <a:r>
              <a:rPr lang="zh-CN" altLang="zh-CN" sz="2400" b="1" i="1">
                <a:latin typeface="Times New Roman" panose="02020603050405020304" pitchFamily="18" charset="0"/>
              </a:rPr>
              <a:t>p </a:t>
            </a:r>
            <a:r>
              <a:rPr lang="zh-CN" altLang="zh-CN" sz="2400" b="1">
                <a:latin typeface="Times New Roman" panose="02020603050405020304" pitchFamily="18" charset="0"/>
              </a:rPr>
              <a:t>( </a:t>
            </a:r>
            <a:r>
              <a:rPr lang="zh-CN" altLang="zh-CN" sz="2400" b="1" i="1">
                <a:latin typeface="Times New Roman" panose="02020603050405020304" pitchFamily="18" charset="0"/>
              </a:rPr>
              <a:t>x </a:t>
            </a:r>
            <a:r>
              <a:rPr lang="zh-CN" altLang="zh-CN" sz="2400" b="1">
                <a:latin typeface="Times New Roman" panose="02020603050405020304" pitchFamily="18" charset="0"/>
              </a:rPr>
              <a:t>| </a:t>
            </a:r>
            <a:r>
              <a:rPr lang="zh-CN" altLang="zh-CN" sz="2400" b="1" i="1">
                <a:latin typeface="Times New Roman" panose="02020603050405020304" pitchFamily="18" charset="0"/>
                <a:sym typeface="Symbol" panose="05050102010706020507" pitchFamily="18" charset="2"/>
              </a:rPr>
              <a:t></a:t>
            </a:r>
            <a:r>
              <a:rPr lang="zh-CN" altLang="zh-CN" sz="2400" b="1" i="1" baseline="-25000">
                <a:latin typeface="Times New Roman" panose="02020603050405020304" pitchFamily="18" charset="0"/>
              </a:rPr>
              <a:t> </a:t>
            </a:r>
            <a:r>
              <a:rPr lang="zh-CN" altLang="zh-CN" sz="2400" b="1">
                <a:latin typeface="Times New Roman" panose="02020603050405020304" pitchFamily="18" charset="0"/>
              </a:rPr>
              <a:t>)，即在参数</a:t>
            </a:r>
            <a:r>
              <a:rPr lang="zh-CN" altLang="zh-CN" sz="2400" b="1" i="1">
                <a:latin typeface="Times New Roman" panose="02020603050405020304" pitchFamily="18" charset="0"/>
                <a:sym typeface="Symbol" panose="05050102010706020507" pitchFamily="18" charset="2"/>
              </a:rPr>
              <a:t> </a:t>
            </a:r>
            <a:r>
              <a:rPr lang="zh-CN" altLang="zh-CN" sz="2400" b="1">
                <a:latin typeface="Times New Roman" panose="02020603050405020304" pitchFamily="18" charset="0"/>
              </a:rPr>
              <a:t>出现的条件下，事件 </a:t>
            </a:r>
            <a:r>
              <a:rPr lang="zh-CN" altLang="zh-CN" sz="2400" b="1" i="1">
                <a:latin typeface="Times New Roman" panose="02020603050405020304" pitchFamily="18" charset="0"/>
              </a:rPr>
              <a:t>x </a:t>
            </a:r>
            <a:r>
              <a:rPr lang="zh-CN" altLang="zh-CN" sz="2400" b="1">
                <a:latin typeface="Times New Roman" panose="02020603050405020304" pitchFamily="18" charset="0"/>
              </a:rPr>
              <a:t>出现的条件概率。</a:t>
            </a:r>
            <a:r>
              <a:rPr lang="zh-CN" altLang="zh-CN" sz="2800" b="1">
                <a:latin typeface="Times New Roman" panose="02020603050405020304" pitchFamily="18" charset="0"/>
              </a:rPr>
              <a:t>  </a:t>
            </a:r>
            <a:r>
              <a:rPr lang="zh-CN" altLang="zh-CN" sz="2400" b="1">
                <a:latin typeface="Times New Roman" panose="02020603050405020304" pitchFamily="18" charset="0"/>
              </a:rPr>
              <a:t>但是，</a:t>
            </a:r>
            <a:r>
              <a:rPr lang="zh-CN" altLang="zh-CN" sz="2400" b="1" i="1">
                <a:latin typeface="Times New Roman" panose="02020603050405020304" pitchFamily="18" charset="0"/>
              </a:rPr>
              <a:t>p</a:t>
            </a:r>
            <a:r>
              <a:rPr lang="zh-CN" altLang="zh-CN" sz="2400" b="1">
                <a:latin typeface="Times New Roman" panose="02020603050405020304" pitchFamily="18" charset="0"/>
              </a:rPr>
              <a:t> ( </a:t>
            </a:r>
            <a:r>
              <a:rPr lang="zh-CN" altLang="zh-CN" sz="2400" b="1" i="1">
                <a:latin typeface="Times New Roman" panose="02020603050405020304" pitchFamily="18" charset="0"/>
                <a:sym typeface="Symbol" panose="05050102010706020507" pitchFamily="18" charset="2"/>
              </a:rPr>
              <a:t></a:t>
            </a:r>
            <a:r>
              <a:rPr lang="zh-CN" altLang="zh-CN" sz="2400" b="1" i="1" baseline="-25000">
                <a:latin typeface="Times New Roman" panose="02020603050405020304" pitchFamily="18" charset="0"/>
              </a:rPr>
              <a:t>   </a:t>
            </a:r>
            <a:r>
              <a:rPr lang="zh-CN" altLang="zh-CN" sz="2400" b="1">
                <a:latin typeface="Times New Roman" panose="02020603050405020304" pitchFamily="18" charset="0"/>
              </a:rPr>
              <a:t>|  </a:t>
            </a:r>
            <a:r>
              <a:rPr lang="zh-CN" altLang="zh-CN" sz="2400" b="1" i="1">
                <a:latin typeface="Times New Roman" panose="02020603050405020304" pitchFamily="18" charset="0"/>
              </a:rPr>
              <a:t>x</a:t>
            </a:r>
            <a:r>
              <a:rPr lang="zh-CN" altLang="zh-CN" sz="2400" b="1">
                <a:latin typeface="Times New Roman" panose="02020603050405020304" pitchFamily="18" charset="0"/>
              </a:rPr>
              <a:t> )</a:t>
            </a:r>
            <a:r>
              <a:rPr lang="zh-CN" altLang="zh-CN" sz="2800" b="1">
                <a:latin typeface="Times New Roman" panose="02020603050405020304" pitchFamily="18" charset="0"/>
              </a:rPr>
              <a:t>  </a:t>
            </a:r>
            <a:r>
              <a:rPr lang="zh-CN" altLang="zh-CN" sz="2400" b="1">
                <a:latin typeface="Times New Roman" panose="02020603050405020304" pitchFamily="18" charset="0"/>
              </a:rPr>
              <a:t>则很难根据条件概率公式直接得出。贝叶斯定理则为我们提供了根据先验分布 </a:t>
            </a:r>
            <a:r>
              <a:rPr lang="zh-CN" altLang="zh-CN" sz="2400" b="1" i="1">
                <a:latin typeface="Times New Roman" panose="02020603050405020304" pitchFamily="18" charset="0"/>
                <a:sym typeface="Symbol" panose="05050102010706020507" pitchFamily="18" charset="2"/>
              </a:rPr>
              <a:t></a:t>
            </a:r>
            <a:r>
              <a:rPr lang="zh-CN" altLang="zh-CN" sz="2400" b="1" i="1">
                <a:latin typeface="Times New Roman" panose="02020603050405020304" pitchFamily="18" charset="0"/>
              </a:rPr>
              <a:t> </a:t>
            </a:r>
            <a:r>
              <a:rPr lang="zh-CN" altLang="zh-CN" sz="2400" b="1">
                <a:latin typeface="Times New Roman" panose="02020603050405020304" pitchFamily="18" charset="0"/>
              </a:rPr>
              <a:t>( </a:t>
            </a:r>
            <a:r>
              <a:rPr lang="zh-CN" altLang="zh-CN" sz="2400" b="1" i="1">
                <a:latin typeface="Times New Roman" panose="02020603050405020304" pitchFamily="18" charset="0"/>
                <a:sym typeface="Symbol" panose="05050102010706020507" pitchFamily="18" charset="2"/>
              </a:rPr>
              <a:t> </a:t>
            </a:r>
            <a:r>
              <a:rPr lang="zh-CN" altLang="zh-CN" sz="2400" b="1">
                <a:latin typeface="Times New Roman" panose="02020603050405020304" pitchFamily="18" charset="0"/>
              </a:rPr>
              <a:t>)和已观察到的样本数据 </a:t>
            </a:r>
            <a:r>
              <a:rPr lang="zh-CN" altLang="zh-CN" sz="2400" b="1" i="1">
                <a:latin typeface="Times New Roman" panose="02020603050405020304" pitchFamily="18" charset="0"/>
              </a:rPr>
              <a:t>p </a:t>
            </a:r>
            <a:r>
              <a:rPr lang="zh-CN" altLang="zh-CN" sz="2400" b="1">
                <a:latin typeface="Times New Roman" panose="02020603050405020304" pitchFamily="18" charset="0"/>
              </a:rPr>
              <a:t>( </a:t>
            </a:r>
            <a:r>
              <a:rPr lang="zh-CN" altLang="zh-CN" sz="2400" b="1" i="1">
                <a:latin typeface="Times New Roman" panose="02020603050405020304" pitchFamily="18" charset="0"/>
              </a:rPr>
              <a:t>x </a:t>
            </a:r>
            <a:r>
              <a:rPr lang="zh-CN" altLang="zh-CN" sz="2400" b="1">
                <a:latin typeface="Times New Roman" panose="02020603050405020304" pitchFamily="18" charset="0"/>
              </a:rPr>
              <a:t>| </a:t>
            </a:r>
            <a:r>
              <a:rPr lang="zh-CN" altLang="zh-CN" sz="2400" b="1" i="1">
                <a:latin typeface="Times New Roman" panose="02020603050405020304" pitchFamily="18" charset="0"/>
                <a:sym typeface="Symbol" panose="05050102010706020507" pitchFamily="18" charset="2"/>
              </a:rPr>
              <a:t></a:t>
            </a:r>
            <a:r>
              <a:rPr lang="zh-CN" altLang="zh-CN" sz="2400" b="1" i="1" baseline="-25000">
                <a:latin typeface="Times New Roman" panose="02020603050405020304" pitchFamily="18" charset="0"/>
              </a:rPr>
              <a:t>  </a:t>
            </a:r>
            <a:r>
              <a:rPr lang="zh-CN" altLang="zh-CN" sz="2400" b="1">
                <a:latin typeface="Times New Roman" panose="02020603050405020304" pitchFamily="18" charset="0"/>
              </a:rPr>
              <a:t>)来推断参数</a:t>
            </a:r>
            <a:r>
              <a:rPr lang="zh-CN" altLang="zh-CN" sz="2400" b="1" i="1">
                <a:latin typeface="Times New Roman" panose="02020603050405020304" pitchFamily="18" charset="0"/>
                <a:sym typeface="Symbol" panose="05050102010706020507" pitchFamily="18" charset="2"/>
              </a:rPr>
              <a:t></a:t>
            </a:r>
            <a:r>
              <a:rPr lang="zh-CN" altLang="zh-CN" sz="2400" b="1" i="1" baseline="-25000">
                <a:latin typeface="Times New Roman" panose="02020603050405020304" pitchFamily="18" charset="0"/>
              </a:rPr>
              <a:t> </a:t>
            </a:r>
            <a:r>
              <a:rPr lang="zh-CN" altLang="zh-CN" sz="2400" b="1">
                <a:latin typeface="Times New Roman" panose="02020603050405020304" pitchFamily="18" charset="0"/>
              </a:rPr>
              <a:t>的分布 </a:t>
            </a:r>
            <a:r>
              <a:rPr lang="zh-CN" altLang="zh-CN" sz="2400" b="1" i="1">
                <a:latin typeface="Times New Roman" panose="02020603050405020304" pitchFamily="18" charset="0"/>
              </a:rPr>
              <a:t>p</a:t>
            </a:r>
            <a:r>
              <a:rPr lang="zh-CN" altLang="zh-CN" sz="2400" b="1">
                <a:latin typeface="Times New Roman" panose="02020603050405020304" pitchFamily="18" charset="0"/>
              </a:rPr>
              <a:t> ( </a:t>
            </a:r>
            <a:r>
              <a:rPr lang="zh-CN" altLang="zh-CN" sz="2400" b="1" i="1">
                <a:latin typeface="Times New Roman" panose="02020603050405020304" pitchFamily="18" charset="0"/>
                <a:sym typeface="Symbol" panose="05050102010706020507" pitchFamily="18" charset="2"/>
              </a:rPr>
              <a:t>  </a:t>
            </a:r>
            <a:r>
              <a:rPr lang="zh-CN" altLang="zh-CN" sz="2400" b="1">
                <a:latin typeface="Times New Roman" panose="02020603050405020304" pitchFamily="18" charset="0"/>
              </a:rPr>
              <a:t>| </a:t>
            </a:r>
            <a:r>
              <a:rPr lang="zh-CN" altLang="zh-CN" sz="2400" b="1" i="1">
                <a:latin typeface="Times New Roman" panose="02020603050405020304" pitchFamily="18" charset="0"/>
              </a:rPr>
              <a:t>x</a:t>
            </a:r>
            <a:r>
              <a:rPr lang="zh-CN" altLang="zh-CN" sz="2400" b="1">
                <a:latin typeface="Times New Roman" panose="02020603050405020304" pitchFamily="18" charset="0"/>
              </a:rPr>
              <a:t> )的方法。</a:t>
            </a:r>
            <a:r>
              <a:rPr lang="zh-CN" altLang="zh-CN" sz="2800" b="1">
                <a:latin typeface="Times New Roman" panose="02020603050405020304" pitchFamily="18" charset="0"/>
              </a:rPr>
              <a:t>   </a:t>
            </a:r>
          </a:p>
          <a:p>
            <a:pPr marL="0" indent="0">
              <a:lnSpc>
                <a:spcPct val="125000"/>
              </a:lnSpc>
              <a:buClr>
                <a:schemeClr val="tx1"/>
              </a:buClr>
              <a:buFontTx/>
              <a:buNone/>
            </a:pPr>
            <a:r>
              <a:rPr lang="zh-CN" altLang="zh-CN" sz="2400" b="1">
                <a:solidFill>
                  <a:srgbClr val="FFFF00"/>
                </a:solidFill>
                <a:latin typeface="Times New Roman" panose="02020603050405020304" pitchFamily="18" charset="0"/>
              </a:rPr>
              <a:t>        对数据量大的问题十分适用，在云计算和大数据时代再次成为研究热点。</a:t>
            </a:r>
            <a:r>
              <a:rPr lang="zh-CN" altLang="zh-CN" sz="2800" b="1">
                <a:latin typeface="Times New Roman" panose="02020603050405020304" pitchFamily="18" charset="0"/>
              </a:rPr>
              <a:t>          　</a:t>
            </a:r>
          </a:p>
        </p:txBody>
      </p:sp>
      <p:sp>
        <p:nvSpPr>
          <p:cNvPr id="109571" name="Rectangle 3">
            <a:extLst>
              <a:ext uri="{FF2B5EF4-FFF2-40B4-BE49-F238E27FC236}">
                <a16:creationId xmlns:a16="http://schemas.microsoft.com/office/drawing/2014/main" id="{CCFBC7AF-85D9-4F74-A0A1-71C08CB8D823}"/>
              </a:ext>
            </a:extLst>
          </p:cNvPr>
          <p:cNvSpPr>
            <a:spLocks noChangeArrowheads="1"/>
          </p:cNvSpPr>
          <p:nvPr/>
        </p:nvSpPr>
        <p:spPr bwMode="auto">
          <a:xfrm>
            <a:off x="4646613" y="4433888"/>
            <a:ext cx="247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Clr>
                <a:schemeClr val="tx1"/>
              </a:buClr>
            </a:pPr>
            <a:r>
              <a:rPr lang="zh-CN" altLang="zh-CN" b="1">
                <a:ea typeface="PMingLiU" panose="02020500000000000000" pitchFamily="18" charset="-120"/>
              </a:rPr>
              <a:t> </a:t>
            </a:r>
            <a:endParaRPr lang="en-US" altLang="zh-CN" b="1">
              <a:ea typeface="PMingLiU" panose="02020500000000000000" pitchFamily="18" charset="-12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000" name="Group 8">
            <a:extLst>
              <a:ext uri="{FF2B5EF4-FFF2-40B4-BE49-F238E27FC236}">
                <a16:creationId xmlns:a16="http://schemas.microsoft.com/office/drawing/2014/main" id="{644E1E4B-8830-4285-8EC4-D82B413A92F5}"/>
              </a:ext>
            </a:extLst>
          </p:cNvPr>
          <p:cNvGrpSpPr>
            <a:grpSpLocks/>
          </p:cNvGrpSpPr>
          <p:nvPr/>
        </p:nvGrpSpPr>
        <p:grpSpPr bwMode="auto">
          <a:xfrm>
            <a:off x="5719763" y="892175"/>
            <a:ext cx="2514600" cy="1295400"/>
            <a:chOff x="3552" y="2304"/>
            <a:chExt cx="1584" cy="816"/>
          </a:xfrm>
        </p:grpSpPr>
        <p:grpSp>
          <p:nvGrpSpPr>
            <p:cNvPr id="85001" name="Group 9">
              <a:extLst>
                <a:ext uri="{FF2B5EF4-FFF2-40B4-BE49-F238E27FC236}">
                  <a16:creationId xmlns:a16="http://schemas.microsoft.com/office/drawing/2014/main" id="{08205153-6ECD-4BD0-A9A2-B6D37963DB0C}"/>
                </a:ext>
              </a:extLst>
            </p:cNvPr>
            <p:cNvGrpSpPr>
              <a:grpSpLocks/>
            </p:cNvGrpSpPr>
            <p:nvPr/>
          </p:nvGrpSpPr>
          <p:grpSpPr bwMode="auto">
            <a:xfrm>
              <a:off x="3552" y="2304"/>
              <a:ext cx="1584" cy="816"/>
              <a:chOff x="3552" y="2304"/>
              <a:chExt cx="1584" cy="816"/>
            </a:xfrm>
          </p:grpSpPr>
          <p:sp>
            <p:nvSpPr>
              <p:cNvPr id="85002" name="Rectangle 10">
                <a:extLst>
                  <a:ext uri="{FF2B5EF4-FFF2-40B4-BE49-F238E27FC236}">
                    <a16:creationId xmlns:a16="http://schemas.microsoft.com/office/drawing/2014/main" id="{3E434394-A826-470C-A267-B04976742A99}"/>
                  </a:ext>
                </a:extLst>
              </p:cNvPr>
              <p:cNvSpPr>
                <a:spLocks noChangeArrowheads="1"/>
              </p:cNvSpPr>
              <p:nvPr/>
            </p:nvSpPr>
            <p:spPr bwMode="auto">
              <a:xfrm>
                <a:off x="3552" y="2304"/>
                <a:ext cx="1584" cy="81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p>
                <a:endParaRPr lang="zh-CN" altLang="en-US"/>
              </a:p>
            </p:txBody>
          </p:sp>
          <p:sp>
            <p:nvSpPr>
              <p:cNvPr id="85003" name="Freeform 11">
                <a:extLst>
                  <a:ext uri="{FF2B5EF4-FFF2-40B4-BE49-F238E27FC236}">
                    <a16:creationId xmlns:a16="http://schemas.microsoft.com/office/drawing/2014/main" id="{64E2FC25-C681-4111-B50D-4BF92F68EFFB}"/>
                  </a:ext>
                </a:extLst>
              </p:cNvPr>
              <p:cNvSpPr>
                <a:spLocks/>
              </p:cNvSpPr>
              <p:nvPr/>
            </p:nvSpPr>
            <p:spPr bwMode="auto">
              <a:xfrm>
                <a:off x="4024" y="2304"/>
                <a:ext cx="104" cy="816"/>
              </a:xfrm>
              <a:custGeom>
                <a:avLst/>
                <a:gdLst>
                  <a:gd name="T0" fmla="*/ 104 w 104"/>
                  <a:gd name="T1" fmla="*/ 0 h 816"/>
                  <a:gd name="T2" fmla="*/ 56 w 104"/>
                  <a:gd name="T3" fmla="*/ 144 h 816"/>
                  <a:gd name="T4" fmla="*/ 8 w 104"/>
                  <a:gd name="T5" fmla="*/ 480 h 816"/>
                  <a:gd name="T6" fmla="*/ 104 w 104"/>
                  <a:gd name="T7" fmla="*/ 816 h 816"/>
                </a:gdLst>
                <a:ahLst/>
                <a:cxnLst>
                  <a:cxn ang="0">
                    <a:pos x="T0" y="T1"/>
                  </a:cxn>
                  <a:cxn ang="0">
                    <a:pos x="T2" y="T3"/>
                  </a:cxn>
                  <a:cxn ang="0">
                    <a:pos x="T4" y="T5"/>
                  </a:cxn>
                  <a:cxn ang="0">
                    <a:pos x="T6" y="T7"/>
                  </a:cxn>
                </a:cxnLst>
                <a:rect l="0" t="0" r="r" b="b"/>
                <a:pathLst>
                  <a:path w="104" h="816">
                    <a:moveTo>
                      <a:pt x="104" y="0"/>
                    </a:moveTo>
                    <a:cubicBezTo>
                      <a:pt x="88" y="32"/>
                      <a:pt x="72" y="64"/>
                      <a:pt x="56" y="144"/>
                    </a:cubicBezTo>
                    <a:cubicBezTo>
                      <a:pt x="40" y="224"/>
                      <a:pt x="0" y="368"/>
                      <a:pt x="8" y="480"/>
                    </a:cubicBezTo>
                    <a:cubicBezTo>
                      <a:pt x="16" y="592"/>
                      <a:pt x="60" y="704"/>
                      <a:pt x="104" y="816"/>
                    </a:cubicBezTo>
                  </a:path>
                </a:pathLst>
              </a:custGeom>
              <a:noFill/>
              <a:ln w="28575"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endParaRPr lang="zh-CN" altLang="en-US"/>
              </a:p>
            </p:txBody>
          </p:sp>
          <p:sp>
            <p:nvSpPr>
              <p:cNvPr id="85004" name="Text Box 12">
                <a:extLst>
                  <a:ext uri="{FF2B5EF4-FFF2-40B4-BE49-F238E27FC236}">
                    <a16:creationId xmlns:a16="http://schemas.microsoft.com/office/drawing/2014/main" id="{D4BA97F2-F181-40CB-83E1-D39092993981}"/>
                  </a:ext>
                </a:extLst>
              </p:cNvPr>
              <p:cNvSpPr txBox="1">
                <a:spLocks noChangeArrowheads="1"/>
              </p:cNvSpPr>
              <p:nvPr/>
            </p:nvSpPr>
            <p:spPr bwMode="auto">
              <a:xfrm>
                <a:off x="3600" y="2304"/>
                <a:ext cx="3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eaLnBrk="0" hangingPunct="0"/>
                <a:r>
                  <a:rPr kumimoji="1" lang="zh-CN" altLang="en-US" sz="3200" b="1">
                    <a:solidFill>
                      <a:schemeClr val="tx2"/>
                    </a:solidFill>
                    <a:latin typeface="Times New Roman" panose="02020603050405020304" pitchFamily="18" charset="0"/>
                  </a:rPr>
                  <a:t>甲</a:t>
                </a:r>
              </a:p>
            </p:txBody>
          </p:sp>
          <p:sp>
            <p:nvSpPr>
              <p:cNvPr id="85005" name="Text Box 13">
                <a:extLst>
                  <a:ext uri="{FF2B5EF4-FFF2-40B4-BE49-F238E27FC236}">
                    <a16:creationId xmlns:a16="http://schemas.microsoft.com/office/drawing/2014/main" id="{0B040C23-B93A-4D30-BDE3-A81C6B46E95D}"/>
                  </a:ext>
                </a:extLst>
              </p:cNvPr>
              <p:cNvSpPr txBox="1">
                <a:spLocks noChangeArrowheads="1"/>
              </p:cNvSpPr>
              <p:nvPr/>
            </p:nvSpPr>
            <p:spPr bwMode="auto">
              <a:xfrm>
                <a:off x="4704" y="2304"/>
                <a:ext cx="3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eaLnBrk="0" hangingPunct="0"/>
                <a:r>
                  <a:rPr kumimoji="1" lang="zh-CN" altLang="en-US" sz="3200" b="1">
                    <a:solidFill>
                      <a:schemeClr val="tx2"/>
                    </a:solidFill>
                    <a:latin typeface="Times New Roman" panose="02020603050405020304" pitchFamily="18" charset="0"/>
                  </a:rPr>
                  <a:t>乙</a:t>
                </a:r>
              </a:p>
            </p:txBody>
          </p:sp>
        </p:grpSp>
        <p:sp>
          <p:nvSpPr>
            <p:cNvPr id="85006" name="Oval 14">
              <a:extLst>
                <a:ext uri="{FF2B5EF4-FFF2-40B4-BE49-F238E27FC236}">
                  <a16:creationId xmlns:a16="http://schemas.microsoft.com/office/drawing/2014/main" id="{3C6214F2-EB92-4EB7-9560-7291117801E3}"/>
                </a:ext>
              </a:extLst>
            </p:cNvPr>
            <p:cNvSpPr>
              <a:spLocks noChangeArrowheads="1"/>
            </p:cNvSpPr>
            <p:nvPr/>
          </p:nvSpPr>
          <p:spPr bwMode="auto">
            <a:xfrm>
              <a:off x="3792" y="2448"/>
              <a:ext cx="960" cy="432"/>
            </a:xfrm>
            <a:prstGeom prst="ellipse">
              <a:avLst/>
            </a:prstGeom>
            <a:noFill/>
            <a:ln w="2857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p>
              <a:endParaRPr lang="zh-CN" altLang="en-US"/>
            </a:p>
          </p:txBody>
        </p:sp>
        <p:sp>
          <p:nvSpPr>
            <p:cNvPr id="85007" name="Text Box 15">
              <a:extLst>
                <a:ext uri="{FF2B5EF4-FFF2-40B4-BE49-F238E27FC236}">
                  <a16:creationId xmlns:a16="http://schemas.microsoft.com/office/drawing/2014/main" id="{0D9A60D6-5682-4D48-9843-F6C1E302072C}"/>
                </a:ext>
              </a:extLst>
            </p:cNvPr>
            <p:cNvSpPr txBox="1">
              <a:spLocks noChangeArrowheads="1"/>
            </p:cNvSpPr>
            <p:nvPr/>
          </p:nvSpPr>
          <p:spPr bwMode="auto">
            <a:xfrm>
              <a:off x="4119" y="2455"/>
              <a:ext cx="24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eaLnBrk="0" hangingPunct="0"/>
              <a:r>
                <a:rPr kumimoji="1" lang="en-US" altLang="zh-CN" sz="3200" b="1" i="1">
                  <a:solidFill>
                    <a:schemeClr val="tx2"/>
                  </a:solidFill>
                  <a:latin typeface="Times New Roman" panose="02020603050405020304" pitchFamily="18" charset="0"/>
                  <a:sym typeface="Symbol" panose="05050102010706020507" pitchFamily="18" charset="2"/>
                </a:rPr>
                <a:t></a:t>
              </a:r>
            </a:p>
          </p:txBody>
        </p:sp>
        <p:sp>
          <p:nvSpPr>
            <p:cNvPr id="85008" name="Text Box 16">
              <a:extLst>
                <a:ext uri="{FF2B5EF4-FFF2-40B4-BE49-F238E27FC236}">
                  <a16:creationId xmlns:a16="http://schemas.microsoft.com/office/drawing/2014/main" id="{F9B0EB7A-B1C9-4CA2-8446-BE873DBECDDE}"/>
                </a:ext>
              </a:extLst>
            </p:cNvPr>
            <p:cNvSpPr txBox="1">
              <a:spLocks noChangeArrowheads="1"/>
            </p:cNvSpPr>
            <p:nvPr/>
          </p:nvSpPr>
          <p:spPr bwMode="auto">
            <a:xfrm>
              <a:off x="3552" y="2736"/>
              <a:ext cx="32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eaLnBrk="0" hangingPunct="0"/>
              <a:r>
                <a:rPr kumimoji="1" lang="en-US" altLang="zh-CN" sz="3200" b="1" i="1">
                  <a:solidFill>
                    <a:schemeClr val="tx2"/>
                  </a:solidFill>
                  <a:latin typeface="Times New Roman" panose="02020603050405020304" pitchFamily="18" charset="0"/>
                </a:rPr>
                <a:t>x</a:t>
              </a:r>
              <a:r>
                <a:rPr kumimoji="1" lang="en-US" altLang="zh-CN" sz="3200" b="1" baseline="-25000">
                  <a:solidFill>
                    <a:schemeClr val="tx2"/>
                  </a:solidFill>
                  <a:latin typeface="Times New Roman" panose="02020603050405020304" pitchFamily="18" charset="0"/>
                </a:rPr>
                <a:t>1</a:t>
              </a:r>
            </a:p>
          </p:txBody>
        </p:sp>
        <p:sp>
          <p:nvSpPr>
            <p:cNvPr id="85009" name="Text Box 17">
              <a:extLst>
                <a:ext uri="{FF2B5EF4-FFF2-40B4-BE49-F238E27FC236}">
                  <a16:creationId xmlns:a16="http://schemas.microsoft.com/office/drawing/2014/main" id="{B2AA11DD-B63A-4A6A-86DD-F9D735F3AC0E}"/>
                </a:ext>
              </a:extLst>
            </p:cNvPr>
            <p:cNvSpPr txBox="1">
              <a:spLocks noChangeArrowheads="1"/>
            </p:cNvSpPr>
            <p:nvPr/>
          </p:nvSpPr>
          <p:spPr bwMode="auto">
            <a:xfrm>
              <a:off x="4695" y="2748"/>
              <a:ext cx="32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eaLnBrk="0" hangingPunct="0"/>
              <a:r>
                <a:rPr kumimoji="1" lang="en-US" altLang="zh-CN" sz="3200" b="1" i="1">
                  <a:solidFill>
                    <a:schemeClr val="tx2"/>
                  </a:solidFill>
                  <a:latin typeface="Times New Roman" panose="02020603050405020304" pitchFamily="18" charset="0"/>
                </a:rPr>
                <a:t>x</a:t>
              </a:r>
              <a:r>
                <a:rPr kumimoji="1" lang="en-US" altLang="zh-CN" sz="3200" b="1" baseline="-25000">
                  <a:solidFill>
                    <a:schemeClr val="tx2"/>
                  </a:solidFill>
                  <a:latin typeface="Times New Roman" panose="02020603050405020304" pitchFamily="18" charset="0"/>
                </a:rPr>
                <a:t>2</a:t>
              </a:r>
            </a:p>
          </p:txBody>
        </p:sp>
      </p:grpSp>
      <p:sp>
        <p:nvSpPr>
          <p:cNvPr id="85011" name="Text Box 19">
            <a:extLst>
              <a:ext uri="{FF2B5EF4-FFF2-40B4-BE49-F238E27FC236}">
                <a16:creationId xmlns:a16="http://schemas.microsoft.com/office/drawing/2014/main" id="{101441A1-969B-4FA7-B18A-ABA9914C8EA3}"/>
              </a:ext>
            </a:extLst>
          </p:cNvPr>
          <p:cNvSpPr txBox="1">
            <a:spLocks noChangeArrowheads="1"/>
          </p:cNvSpPr>
          <p:nvPr/>
        </p:nvSpPr>
        <p:spPr bwMode="auto">
          <a:xfrm>
            <a:off x="246063" y="892175"/>
            <a:ext cx="46720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0" hangingPunct="0"/>
            <a:r>
              <a:rPr kumimoji="1" lang="zh-CN" altLang="en-US" sz="3200" b="1">
                <a:latin typeface="Times New Roman" panose="02020603050405020304" pitchFamily="18" charset="0"/>
              </a:rPr>
              <a:t>根据贝叶斯公式，可得：</a:t>
            </a:r>
          </a:p>
        </p:txBody>
      </p:sp>
      <p:sp>
        <p:nvSpPr>
          <p:cNvPr id="85013" name="Text Box 21">
            <a:extLst>
              <a:ext uri="{FF2B5EF4-FFF2-40B4-BE49-F238E27FC236}">
                <a16:creationId xmlns:a16="http://schemas.microsoft.com/office/drawing/2014/main" id="{E260AC4C-2B96-4A3D-AB60-EFFDA43915E9}"/>
              </a:ext>
            </a:extLst>
          </p:cNvPr>
          <p:cNvSpPr txBox="1">
            <a:spLocks noChangeArrowheads="1"/>
          </p:cNvSpPr>
          <p:nvPr/>
        </p:nvSpPr>
        <p:spPr bwMode="auto">
          <a:xfrm>
            <a:off x="601663" y="1963738"/>
            <a:ext cx="16208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0" hangingPunct="0"/>
            <a:r>
              <a:rPr lang="en-US" altLang="zh-CN" sz="3200" b="1" i="1">
                <a:solidFill>
                  <a:srgbClr val="FF3300"/>
                </a:solidFill>
                <a:latin typeface="Times New Roman" panose="02020603050405020304" pitchFamily="18" charset="0"/>
                <a:sym typeface="Symbol" panose="05050102010706020507" pitchFamily="18" charset="2"/>
              </a:rPr>
              <a:t></a:t>
            </a:r>
            <a:r>
              <a:rPr lang="en-US" altLang="zh-CN" sz="3200" b="1" i="1">
                <a:solidFill>
                  <a:srgbClr val="FF3300"/>
                </a:solidFill>
                <a:latin typeface="Times New Roman" panose="02020603050405020304" pitchFamily="18" charset="0"/>
              </a:rPr>
              <a:t> </a:t>
            </a:r>
            <a:r>
              <a:rPr kumimoji="1" lang="en-US" altLang="zh-CN" sz="3200" b="1">
                <a:solidFill>
                  <a:srgbClr val="FF3300"/>
                </a:solidFill>
                <a:latin typeface="Times New Roman" panose="02020603050405020304" pitchFamily="18" charset="0"/>
              </a:rPr>
              <a:t>(</a:t>
            </a:r>
            <a:r>
              <a:rPr kumimoji="1" lang="en-US" altLang="zh-CN" sz="3200" b="1" i="1">
                <a:solidFill>
                  <a:srgbClr val="FF3300"/>
                </a:solidFill>
                <a:latin typeface="Times New Roman" panose="02020603050405020304" pitchFamily="18" charset="0"/>
                <a:sym typeface="Symbol" panose="05050102010706020507" pitchFamily="18" charset="2"/>
              </a:rPr>
              <a:t></a:t>
            </a:r>
            <a:r>
              <a:rPr kumimoji="1" lang="en-US" altLang="zh-CN" sz="3200" b="1" baseline="-25000">
                <a:solidFill>
                  <a:srgbClr val="FF3300"/>
                </a:solidFill>
                <a:latin typeface="Times New Roman" panose="02020603050405020304" pitchFamily="18" charset="0"/>
                <a:sym typeface="Symbol" panose="05050102010706020507" pitchFamily="18" charset="2"/>
              </a:rPr>
              <a:t>1</a:t>
            </a:r>
            <a:r>
              <a:rPr kumimoji="1" lang="en-US" altLang="zh-CN" sz="3200" b="1" i="1">
                <a:solidFill>
                  <a:srgbClr val="FF3300"/>
                </a:solidFill>
                <a:latin typeface="Times New Roman" panose="02020603050405020304" pitchFamily="18" charset="0"/>
                <a:sym typeface="Symbol" panose="05050102010706020507" pitchFamily="18" charset="2"/>
              </a:rPr>
              <a:t> </a:t>
            </a:r>
            <a:r>
              <a:rPr kumimoji="1" lang="en-US" altLang="zh-CN" sz="3200" b="1">
                <a:solidFill>
                  <a:srgbClr val="FF3300"/>
                </a:solidFill>
                <a:latin typeface="Times New Roman" panose="02020603050405020304" pitchFamily="18" charset="0"/>
              </a:rPr>
              <a:t>| </a:t>
            </a:r>
            <a:r>
              <a:rPr kumimoji="1" lang="en-US" altLang="zh-CN" sz="3200" b="1" i="1">
                <a:solidFill>
                  <a:srgbClr val="FF3300"/>
                </a:solidFill>
                <a:latin typeface="Times New Roman" panose="02020603050405020304" pitchFamily="18" charset="0"/>
              </a:rPr>
              <a:t>x</a:t>
            </a:r>
            <a:r>
              <a:rPr kumimoji="1" lang="en-US" altLang="zh-CN" sz="3200" b="1">
                <a:solidFill>
                  <a:srgbClr val="FF3300"/>
                </a:solidFill>
                <a:latin typeface="Times New Roman" panose="02020603050405020304" pitchFamily="18" charset="0"/>
              </a:rPr>
              <a:t>)</a:t>
            </a:r>
          </a:p>
        </p:txBody>
      </p:sp>
      <p:graphicFrame>
        <p:nvGraphicFramePr>
          <p:cNvPr id="85014" name="Object 22">
            <a:extLst>
              <a:ext uri="{FF2B5EF4-FFF2-40B4-BE49-F238E27FC236}">
                <a16:creationId xmlns:a16="http://schemas.microsoft.com/office/drawing/2014/main" id="{3B1B06B1-593F-4273-BC8D-9C20563D817D}"/>
              </a:ext>
            </a:extLst>
          </p:cNvPr>
          <p:cNvGraphicFramePr>
            <a:graphicFrameLocks noChangeAspect="1"/>
          </p:cNvGraphicFramePr>
          <p:nvPr/>
        </p:nvGraphicFramePr>
        <p:xfrm>
          <a:off x="2124075" y="1700213"/>
          <a:ext cx="1719263" cy="1141412"/>
        </p:xfrm>
        <a:graphic>
          <a:graphicData uri="http://schemas.openxmlformats.org/presentationml/2006/ole">
            <mc:AlternateContent xmlns:mc="http://schemas.openxmlformats.org/markup-compatibility/2006">
              <mc:Choice xmlns:v="urn:schemas-microsoft-com:vml" Requires="v">
                <p:oleObj name="公式" r:id="rId2" imgW="660240" imgH="431640" progId="Equation.3">
                  <p:embed/>
                </p:oleObj>
              </mc:Choice>
              <mc:Fallback>
                <p:oleObj name="公式" r:id="rId2" imgW="660240" imgH="431640" progId="Equation.3">
                  <p:embed/>
                  <p:pic>
                    <p:nvPicPr>
                      <p:cNvPr id="0" name="Object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4075" y="1700213"/>
                        <a:ext cx="1719263" cy="1141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015" name="Object 23">
            <a:extLst>
              <a:ext uri="{FF2B5EF4-FFF2-40B4-BE49-F238E27FC236}">
                <a16:creationId xmlns:a16="http://schemas.microsoft.com/office/drawing/2014/main" id="{CC36BA7B-51E8-433A-844C-717CAFEEBADC}"/>
              </a:ext>
            </a:extLst>
          </p:cNvPr>
          <p:cNvGraphicFramePr>
            <a:graphicFrameLocks noChangeAspect="1"/>
          </p:cNvGraphicFramePr>
          <p:nvPr/>
        </p:nvGraphicFramePr>
        <p:xfrm>
          <a:off x="3494088" y="2847975"/>
          <a:ext cx="2624137" cy="941388"/>
        </p:xfrm>
        <a:graphic>
          <a:graphicData uri="http://schemas.openxmlformats.org/presentationml/2006/ole">
            <mc:AlternateContent xmlns:mc="http://schemas.openxmlformats.org/markup-compatibility/2006">
              <mc:Choice xmlns:v="urn:schemas-microsoft-com:vml" Requires="v">
                <p:oleObj name="公式" r:id="rId4" imgW="1028520" imgH="380880" progId="Equation.3">
                  <p:embed/>
                </p:oleObj>
              </mc:Choice>
              <mc:Fallback>
                <p:oleObj name="公式" r:id="rId4" imgW="1028520" imgH="380880" progId="Equation.3">
                  <p:embed/>
                  <p:pic>
                    <p:nvPicPr>
                      <p:cNvPr id="0" name="Object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4088" y="2847975"/>
                        <a:ext cx="2624137" cy="941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016" name="Text Box 24">
            <a:extLst>
              <a:ext uri="{FF2B5EF4-FFF2-40B4-BE49-F238E27FC236}">
                <a16:creationId xmlns:a16="http://schemas.microsoft.com/office/drawing/2014/main" id="{DBCF7554-0CE2-4083-8849-7849619A16A9}"/>
              </a:ext>
            </a:extLst>
          </p:cNvPr>
          <p:cNvSpPr txBox="1">
            <a:spLocks noChangeArrowheads="1"/>
          </p:cNvSpPr>
          <p:nvPr/>
        </p:nvSpPr>
        <p:spPr bwMode="auto">
          <a:xfrm>
            <a:off x="1768475" y="3297238"/>
            <a:ext cx="4159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0" hangingPunct="0"/>
            <a:r>
              <a:rPr kumimoji="1" lang="en-US" altLang="zh-CN" sz="3200" b="1">
                <a:latin typeface="Times New Roman" panose="02020603050405020304" pitchFamily="18" charset="0"/>
              </a:rPr>
              <a:t>=</a:t>
            </a:r>
          </a:p>
        </p:txBody>
      </p:sp>
      <p:graphicFrame>
        <p:nvGraphicFramePr>
          <p:cNvPr id="85017" name="Object 25">
            <a:extLst>
              <a:ext uri="{FF2B5EF4-FFF2-40B4-BE49-F238E27FC236}">
                <a16:creationId xmlns:a16="http://schemas.microsoft.com/office/drawing/2014/main" id="{681FD073-3518-49C7-AD2E-A2C74F940C0C}"/>
              </a:ext>
            </a:extLst>
          </p:cNvPr>
          <p:cNvGraphicFramePr>
            <a:graphicFrameLocks noChangeAspect="1"/>
          </p:cNvGraphicFramePr>
          <p:nvPr/>
        </p:nvGraphicFramePr>
        <p:xfrm>
          <a:off x="2397125" y="3573463"/>
          <a:ext cx="5475288" cy="941387"/>
        </p:xfrm>
        <a:graphic>
          <a:graphicData uri="http://schemas.openxmlformats.org/presentationml/2006/ole">
            <mc:AlternateContent xmlns:mc="http://schemas.openxmlformats.org/markup-compatibility/2006">
              <mc:Choice xmlns:v="urn:schemas-microsoft-com:vml" Requires="v">
                <p:oleObj name="公式" r:id="rId6" imgW="2145960" imgH="380880" progId="Equation.3">
                  <p:embed/>
                </p:oleObj>
              </mc:Choice>
              <mc:Fallback>
                <p:oleObj name="公式" r:id="rId6" imgW="2145960" imgH="380880" progId="Equation.3">
                  <p:embed/>
                  <p:pic>
                    <p:nvPicPr>
                      <p:cNvPr id="0" name="Object 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97125" y="3573463"/>
                        <a:ext cx="5475288" cy="94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018" name="Line 26">
            <a:extLst>
              <a:ext uri="{FF2B5EF4-FFF2-40B4-BE49-F238E27FC236}">
                <a16:creationId xmlns:a16="http://schemas.microsoft.com/office/drawing/2014/main" id="{1A8970DB-9A96-43ED-9609-B612848EDC07}"/>
              </a:ext>
            </a:extLst>
          </p:cNvPr>
          <p:cNvSpPr>
            <a:spLocks noChangeShapeType="1"/>
          </p:cNvSpPr>
          <p:nvPr/>
        </p:nvSpPr>
        <p:spPr bwMode="auto">
          <a:xfrm>
            <a:off x="2301875" y="3602038"/>
            <a:ext cx="5638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85019" name="Object 27">
            <a:extLst>
              <a:ext uri="{FF2B5EF4-FFF2-40B4-BE49-F238E27FC236}">
                <a16:creationId xmlns:a16="http://schemas.microsoft.com/office/drawing/2014/main" id="{4109B55C-0FFB-43CA-A983-76CF87C1C89B}"/>
              </a:ext>
            </a:extLst>
          </p:cNvPr>
          <p:cNvGraphicFramePr>
            <a:graphicFrameLocks noChangeAspect="1"/>
          </p:cNvGraphicFramePr>
          <p:nvPr/>
        </p:nvGraphicFramePr>
        <p:xfrm>
          <a:off x="1844675" y="4440238"/>
          <a:ext cx="5562600" cy="1004887"/>
        </p:xfrm>
        <a:graphic>
          <a:graphicData uri="http://schemas.openxmlformats.org/presentationml/2006/ole">
            <mc:AlternateContent xmlns:mc="http://schemas.openxmlformats.org/markup-compatibility/2006">
              <mc:Choice xmlns:v="urn:schemas-microsoft-com:vml" Requires="v">
                <p:oleObj name="Equation" r:id="rId8" imgW="1904760" imgH="406080" progId="Equation.3">
                  <p:embed/>
                </p:oleObj>
              </mc:Choice>
              <mc:Fallback>
                <p:oleObj name="Equation" r:id="rId8" imgW="1904760" imgH="406080" progId="Equation.3">
                  <p:embed/>
                  <p:pic>
                    <p:nvPicPr>
                      <p:cNvPr id="0" name="Object 2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44675" y="4440238"/>
                        <a:ext cx="5562600"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020" name="Rectangle 28">
            <a:extLst>
              <a:ext uri="{FF2B5EF4-FFF2-40B4-BE49-F238E27FC236}">
                <a16:creationId xmlns:a16="http://schemas.microsoft.com/office/drawing/2014/main" id="{F58FD6DA-8BAA-4BE4-AD06-36415031F4BE}"/>
              </a:ext>
            </a:extLst>
          </p:cNvPr>
          <p:cNvSpPr>
            <a:spLocks noChangeArrowheads="1"/>
          </p:cNvSpPr>
          <p:nvPr/>
        </p:nvSpPr>
        <p:spPr bwMode="auto">
          <a:xfrm>
            <a:off x="1692275" y="2852738"/>
            <a:ext cx="6911975" cy="1655762"/>
          </a:xfrm>
          <a:prstGeom prst="rect">
            <a:avLst/>
          </a:prstGeom>
          <a:noFill/>
          <a:ln w="381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5000"/>
                                        </p:tgtEl>
                                        <p:attrNameLst>
                                          <p:attrName>style.visibility</p:attrName>
                                        </p:attrNameLst>
                                      </p:cBhvr>
                                      <p:to>
                                        <p:strVal val="visible"/>
                                      </p:to>
                                    </p:set>
                                    <p:animEffect transition="in" filter="wipe(left)">
                                      <p:cBhvr>
                                        <p:cTn id="7" dur="500"/>
                                        <p:tgtEl>
                                          <p:spTgt spid="850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5013"/>
                                        </p:tgtEl>
                                        <p:attrNameLst>
                                          <p:attrName>style.visibility</p:attrName>
                                        </p:attrNameLst>
                                      </p:cBhvr>
                                      <p:to>
                                        <p:strVal val="visible"/>
                                      </p:to>
                                    </p:set>
                                    <p:animEffect transition="in" filter="wipe(left)">
                                      <p:cBhvr>
                                        <p:cTn id="12" dur="500"/>
                                        <p:tgtEl>
                                          <p:spTgt spid="850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5014"/>
                                        </p:tgtEl>
                                        <p:attrNameLst>
                                          <p:attrName>style.visibility</p:attrName>
                                        </p:attrNameLst>
                                      </p:cBhvr>
                                      <p:to>
                                        <p:strVal val="visible"/>
                                      </p:to>
                                    </p:set>
                                    <p:animEffect transition="in" filter="wipe(left)">
                                      <p:cBhvr>
                                        <p:cTn id="17" dur="500"/>
                                        <p:tgtEl>
                                          <p:spTgt spid="850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5016"/>
                                        </p:tgtEl>
                                        <p:attrNameLst>
                                          <p:attrName>style.visibility</p:attrName>
                                        </p:attrNameLst>
                                      </p:cBhvr>
                                      <p:to>
                                        <p:strVal val="visible"/>
                                      </p:to>
                                    </p:set>
                                    <p:animEffect transition="in" filter="wipe(left)">
                                      <p:cBhvr>
                                        <p:cTn id="22" dur="500"/>
                                        <p:tgtEl>
                                          <p:spTgt spid="8501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85018"/>
                                        </p:tgtEl>
                                        <p:attrNameLst>
                                          <p:attrName>style.visibility</p:attrName>
                                        </p:attrNameLst>
                                      </p:cBhvr>
                                      <p:to>
                                        <p:strVal val="visible"/>
                                      </p:to>
                                    </p:set>
                                    <p:animEffect transition="in" filter="wipe(left)">
                                      <p:cBhvr>
                                        <p:cTn id="27" dur="500"/>
                                        <p:tgtEl>
                                          <p:spTgt spid="8501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85015"/>
                                        </p:tgtEl>
                                        <p:attrNameLst>
                                          <p:attrName>style.visibility</p:attrName>
                                        </p:attrNameLst>
                                      </p:cBhvr>
                                      <p:to>
                                        <p:strVal val="visible"/>
                                      </p:to>
                                    </p:set>
                                    <p:animEffect transition="in" filter="wipe(left)">
                                      <p:cBhvr>
                                        <p:cTn id="32" dur="500"/>
                                        <p:tgtEl>
                                          <p:spTgt spid="8501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85017"/>
                                        </p:tgtEl>
                                        <p:attrNameLst>
                                          <p:attrName>style.visibility</p:attrName>
                                        </p:attrNameLst>
                                      </p:cBhvr>
                                      <p:to>
                                        <p:strVal val="visible"/>
                                      </p:to>
                                    </p:set>
                                    <p:animEffect transition="in" filter="wipe(left)">
                                      <p:cBhvr>
                                        <p:cTn id="37" dur="500"/>
                                        <p:tgtEl>
                                          <p:spTgt spid="8501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85020"/>
                                        </p:tgtEl>
                                        <p:attrNameLst>
                                          <p:attrName>style.visibility</p:attrName>
                                        </p:attrNameLst>
                                      </p:cBhvr>
                                      <p:to>
                                        <p:strVal val="visible"/>
                                      </p:to>
                                    </p:set>
                                    <p:animEffect transition="in" filter="wipe(left)">
                                      <p:cBhvr>
                                        <p:cTn id="42" dur="500"/>
                                        <p:tgtEl>
                                          <p:spTgt spid="8502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85019"/>
                                        </p:tgtEl>
                                        <p:attrNameLst>
                                          <p:attrName>style.visibility</p:attrName>
                                        </p:attrNameLst>
                                      </p:cBhvr>
                                      <p:to>
                                        <p:strVal val="visible"/>
                                      </p:to>
                                    </p:set>
                                    <p:animEffect transition="in" filter="wipe(left)">
                                      <p:cBhvr>
                                        <p:cTn id="47" dur="500"/>
                                        <p:tgtEl>
                                          <p:spTgt spid="850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13" grpId="0" autoUpdateAnimBg="0"/>
      <p:bldP spid="85016"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57" name="Text Box 13">
            <a:extLst>
              <a:ext uri="{FF2B5EF4-FFF2-40B4-BE49-F238E27FC236}">
                <a16:creationId xmlns:a16="http://schemas.microsoft.com/office/drawing/2014/main" id="{87F0BC70-9521-4222-A0D7-49AB23128CDE}"/>
              </a:ext>
            </a:extLst>
          </p:cNvPr>
          <p:cNvSpPr txBox="1">
            <a:spLocks noChangeArrowheads="1"/>
          </p:cNvSpPr>
          <p:nvPr/>
        </p:nvSpPr>
        <p:spPr bwMode="auto">
          <a:xfrm>
            <a:off x="409575" y="955675"/>
            <a:ext cx="16208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0" hangingPunct="0"/>
            <a:r>
              <a:rPr kumimoji="1" lang="en-US" altLang="zh-CN" sz="3200" b="1" i="1">
                <a:solidFill>
                  <a:srgbClr val="FF3300"/>
                </a:solidFill>
                <a:latin typeface="Times New Roman" panose="02020603050405020304" pitchFamily="18" charset="0"/>
                <a:sym typeface="Symbol" panose="05050102010706020507" pitchFamily="18" charset="2"/>
              </a:rPr>
              <a:t></a:t>
            </a:r>
            <a:r>
              <a:rPr kumimoji="1" lang="en-US" altLang="zh-CN" sz="3200" b="1" i="1">
                <a:solidFill>
                  <a:srgbClr val="FF3300"/>
                </a:solidFill>
                <a:latin typeface="Times New Roman" panose="02020603050405020304" pitchFamily="18" charset="0"/>
              </a:rPr>
              <a:t> </a:t>
            </a:r>
            <a:r>
              <a:rPr kumimoji="1" lang="en-US" altLang="zh-CN" sz="3200" b="1">
                <a:solidFill>
                  <a:srgbClr val="FF3300"/>
                </a:solidFill>
                <a:latin typeface="Times New Roman" panose="02020603050405020304" pitchFamily="18" charset="0"/>
              </a:rPr>
              <a:t>(</a:t>
            </a:r>
            <a:r>
              <a:rPr kumimoji="1" lang="en-US" altLang="zh-CN" sz="3200" b="1" i="1">
                <a:solidFill>
                  <a:srgbClr val="FF3300"/>
                </a:solidFill>
                <a:latin typeface="Times New Roman" panose="02020603050405020304" pitchFamily="18" charset="0"/>
                <a:sym typeface="Symbol" panose="05050102010706020507" pitchFamily="18" charset="2"/>
              </a:rPr>
              <a:t></a:t>
            </a:r>
            <a:r>
              <a:rPr kumimoji="1" lang="en-US" altLang="zh-CN" sz="3200" b="1" baseline="-25000">
                <a:solidFill>
                  <a:srgbClr val="FF3300"/>
                </a:solidFill>
                <a:latin typeface="Times New Roman" panose="02020603050405020304" pitchFamily="18" charset="0"/>
                <a:sym typeface="Symbol" panose="05050102010706020507" pitchFamily="18" charset="2"/>
              </a:rPr>
              <a:t>2</a:t>
            </a:r>
            <a:r>
              <a:rPr kumimoji="1" lang="en-US" altLang="zh-CN" sz="3200" b="1" i="1">
                <a:solidFill>
                  <a:srgbClr val="FF3300"/>
                </a:solidFill>
                <a:latin typeface="Times New Roman" panose="02020603050405020304" pitchFamily="18" charset="0"/>
                <a:sym typeface="Symbol" panose="05050102010706020507" pitchFamily="18" charset="2"/>
              </a:rPr>
              <a:t> </a:t>
            </a:r>
            <a:r>
              <a:rPr kumimoji="1" lang="en-US" altLang="zh-CN" sz="3200" b="1">
                <a:solidFill>
                  <a:srgbClr val="FF3300"/>
                </a:solidFill>
                <a:latin typeface="Times New Roman" panose="02020603050405020304" pitchFamily="18" charset="0"/>
              </a:rPr>
              <a:t>| </a:t>
            </a:r>
            <a:r>
              <a:rPr kumimoji="1" lang="en-US" altLang="zh-CN" sz="3200" b="1" i="1">
                <a:solidFill>
                  <a:srgbClr val="FF3300"/>
                </a:solidFill>
                <a:latin typeface="Times New Roman" panose="02020603050405020304" pitchFamily="18" charset="0"/>
              </a:rPr>
              <a:t>x</a:t>
            </a:r>
            <a:r>
              <a:rPr kumimoji="1" lang="en-US" altLang="zh-CN" sz="3200" b="1">
                <a:solidFill>
                  <a:srgbClr val="FF3300"/>
                </a:solidFill>
                <a:latin typeface="Times New Roman" panose="02020603050405020304" pitchFamily="18" charset="0"/>
              </a:rPr>
              <a:t>)</a:t>
            </a:r>
          </a:p>
        </p:txBody>
      </p:sp>
      <p:graphicFrame>
        <p:nvGraphicFramePr>
          <p:cNvPr id="108558" name="Object 14">
            <a:extLst>
              <a:ext uri="{FF2B5EF4-FFF2-40B4-BE49-F238E27FC236}">
                <a16:creationId xmlns:a16="http://schemas.microsoft.com/office/drawing/2014/main" id="{20ED5A2F-4DCC-4A43-9441-9D89EF70C871}"/>
              </a:ext>
            </a:extLst>
          </p:cNvPr>
          <p:cNvGraphicFramePr>
            <a:graphicFrameLocks noChangeAspect="1"/>
          </p:cNvGraphicFramePr>
          <p:nvPr/>
        </p:nvGraphicFramePr>
        <p:xfrm>
          <a:off x="1979613" y="692150"/>
          <a:ext cx="1752600" cy="1143000"/>
        </p:xfrm>
        <a:graphic>
          <a:graphicData uri="http://schemas.openxmlformats.org/presentationml/2006/ole">
            <mc:AlternateContent xmlns:mc="http://schemas.openxmlformats.org/markup-compatibility/2006">
              <mc:Choice xmlns:v="urn:schemas-microsoft-com:vml" Requires="v">
                <p:oleObj name="公式" r:id="rId2" imgW="672840" imgH="431640" progId="Equation.3">
                  <p:embed/>
                </p:oleObj>
              </mc:Choice>
              <mc:Fallback>
                <p:oleObj name="公式" r:id="rId2" imgW="672840" imgH="431640" progId="Equation.3">
                  <p:embed/>
                  <p:pic>
                    <p:nvPicPr>
                      <p:cNvPr id="0"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692150"/>
                        <a:ext cx="1752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59" name="Object 15">
            <a:extLst>
              <a:ext uri="{FF2B5EF4-FFF2-40B4-BE49-F238E27FC236}">
                <a16:creationId xmlns:a16="http://schemas.microsoft.com/office/drawing/2014/main" id="{1F1EFDF9-7CC5-40EA-BA56-E7D3C5CEF18F}"/>
              </a:ext>
            </a:extLst>
          </p:cNvPr>
          <p:cNvGraphicFramePr>
            <a:graphicFrameLocks noChangeAspect="1"/>
          </p:cNvGraphicFramePr>
          <p:nvPr/>
        </p:nvGraphicFramePr>
        <p:xfrm>
          <a:off x="3357563" y="1773238"/>
          <a:ext cx="2624137" cy="941387"/>
        </p:xfrm>
        <a:graphic>
          <a:graphicData uri="http://schemas.openxmlformats.org/presentationml/2006/ole">
            <mc:AlternateContent xmlns:mc="http://schemas.openxmlformats.org/markup-compatibility/2006">
              <mc:Choice xmlns:v="urn:schemas-microsoft-com:vml" Requires="v">
                <p:oleObj name="公式" r:id="rId4" imgW="1028520" imgH="380880" progId="Equation.3">
                  <p:embed/>
                </p:oleObj>
              </mc:Choice>
              <mc:Fallback>
                <p:oleObj name="公式" r:id="rId4" imgW="1028520" imgH="380880" progId="Equation.3">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7563" y="1773238"/>
                        <a:ext cx="2624137" cy="94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60" name="Text Box 16">
            <a:extLst>
              <a:ext uri="{FF2B5EF4-FFF2-40B4-BE49-F238E27FC236}">
                <a16:creationId xmlns:a16="http://schemas.microsoft.com/office/drawing/2014/main" id="{F00383D8-4390-47F3-8E35-D1DF41219994}"/>
              </a:ext>
            </a:extLst>
          </p:cNvPr>
          <p:cNvSpPr txBox="1">
            <a:spLocks noChangeArrowheads="1"/>
          </p:cNvSpPr>
          <p:nvPr/>
        </p:nvSpPr>
        <p:spPr bwMode="auto">
          <a:xfrm>
            <a:off x="1576388" y="2289175"/>
            <a:ext cx="4159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0" hangingPunct="0"/>
            <a:r>
              <a:rPr kumimoji="1" lang="en-US" altLang="zh-CN" sz="3200" b="1">
                <a:latin typeface="Times New Roman" panose="02020603050405020304" pitchFamily="18" charset="0"/>
              </a:rPr>
              <a:t>=</a:t>
            </a:r>
          </a:p>
        </p:txBody>
      </p:sp>
      <p:graphicFrame>
        <p:nvGraphicFramePr>
          <p:cNvPr id="108561" name="Object 17">
            <a:extLst>
              <a:ext uri="{FF2B5EF4-FFF2-40B4-BE49-F238E27FC236}">
                <a16:creationId xmlns:a16="http://schemas.microsoft.com/office/drawing/2014/main" id="{19922F8D-72CC-4DC4-9ABA-B5EFC4852891}"/>
              </a:ext>
            </a:extLst>
          </p:cNvPr>
          <p:cNvGraphicFramePr>
            <a:graphicFrameLocks noChangeAspect="1"/>
          </p:cNvGraphicFramePr>
          <p:nvPr/>
        </p:nvGraphicFramePr>
        <p:xfrm>
          <a:off x="2254250" y="2565400"/>
          <a:ext cx="5472113" cy="939800"/>
        </p:xfrm>
        <a:graphic>
          <a:graphicData uri="http://schemas.openxmlformats.org/presentationml/2006/ole">
            <mc:AlternateContent xmlns:mc="http://schemas.openxmlformats.org/markup-compatibility/2006">
              <mc:Choice xmlns:v="urn:schemas-microsoft-com:vml" Requires="v">
                <p:oleObj name="公式" r:id="rId6" imgW="2145960" imgH="380880" progId="Equation.3">
                  <p:embed/>
                </p:oleObj>
              </mc:Choice>
              <mc:Fallback>
                <p:oleObj name="公式" r:id="rId6" imgW="2145960" imgH="380880" progId="Equation.3">
                  <p:embed/>
                  <p:pic>
                    <p:nvPicPr>
                      <p:cNvPr id="0"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54250" y="2565400"/>
                        <a:ext cx="5472113" cy="93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62" name="Line 18">
            <a:extLst>
              <a:ext uri="{FF2B5EF4-FFF2-40B4-BE49-F238E27FC236}">
                <a16:creationId xmlns:a16="http://schemas.microsoft.com/office/drawing/2014/main" id="{940867F6-8A7C-4947-881F-1D4E5EFC81EE}"/>
              </a:ext>
            </a:extLst>
          </p:cNvPr>
          <p:cNvSpPr>
            <a:spLocks noChangeShapeType="1"/>
          </p:cNvSpPr>
          <p:nvPr/>
        </p:nvSpPr>
        <p:spPr bwMode="auto">
          <a:xfrm>
            <a:off x="2109788" y="2593975"/>
            <a:ext cx="5638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108563" name="Object 19">
            <a:extLst>
              <a:ext uri="{FF2B5EF4-FFF2-40B4-BE49-F238E27FC236}">
                <a16:creationId xmlns:a16="http://schemas.microsoft.com/office/drawing/2014/main" id="{233162F7-D1B3-4F08-9268-B1DC1E17DB02}"/>
              </a:ext>
            </a:extLst>
          </p:cNvPr>
          <p:cNvGraphicFramePr>
            <a:graphicFrameLocks noChangeAspect="1"/>
          </p:cNvGraphicFramePr>
          <p:nvPr/>
        </p:nvGraphicFramePr>
        <p:xfrm>
          <a:off x="1652588" y="3432175"/>
          <a:ext cx="5562600" cy="1004888"/>
        </p:xfrm>
        <a:graphic>
          <a:graphicData uri="http://schemas.openxmlformats.org/presentationml/2006/ole">
            <mc:AlternateContent xmlns:mc="http://schemas.openxmlformats.org/markup-compatibility/2006">
              <mc:Choice xmlns:v="urn:schemas-microsoft-com:vml" Requires="v">
                <p:oleObj name="公式" r:id="rId8" imgW="1904760" imgH="406080" progId="Equation.3">
                  <p:embed/>
                </p:oleObj>
              </mc:Choice>
              <mc:Fallback>
                <p:oleObj name="公式" r:id="rId8" imgW="1904760" imgH="406080" progId="Equation.3">
                  <p:embed/>
                  <p:pic>
                    <p:nvPicPr>
                      <p:cNvPr id="0"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52588" y="3432175"/>
                        <a:ext cx="5562600"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64" name="Rectangle 20">
            <a:extLst>
              <a:ext uri="{FF2B5EF4-FFF2-40B4-BE49-F238E27FC236}">
                <a16:creationId xmlns:a16="http://schemas.microsoft.com/office/drawing/2014/main" id="{9BC7119F-87CD-4FCE-817E-1216B99BE551}"/>
              </a:ext>
            </a:extLst>
          </p:cNvPr>
          <p:cNvSpPr>
            <a:spLocks noChangeArrowheads="1"/>
          </p:cNvSpPr>
          <p:nvPr/>
        </p:nvSpPr>
        <p:spPr bwMode="auto">
          <a:xfrm>
            <a:off x="1500188" y="1844675"/>
            <a:ext cx="6858000" cy="1655763"/>
          </a:xfrm>
          <a:prstGeom prst="rect">
            <a:avLst/>
          </a:prstGeom>
          <a:noFill/>
          <a:ln w="381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8565" name="Text Box 21">
            <a:extLst>
              <a:ext uri="{FF2B5EF4-FFF2-40B4-BE49-F238E27FC236}">
                <a16:creationId xmlns:a16="http://schemas.microsoft.com/office/drawing/2014/main" id="{C3723B83-4746-4B1B-AC68-64F93892B459}"/>
              </a:ext>
            </a:extLst>
          </p:cNvPr>
          <p:cNvSpPr txBox="1">
            <a:spLocks noChangeArrowheads="1"/>
          </p:cNvSpPr>
          <p:nvPr/>
        </p:nvSpPr>
        <p:spPr bwMode="auto">
          <a:xfrm>
            <a:off x="420688" y="4652963"/>
            <a:ext cx="8197850" cy="11588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nSpc>
                <a:spcPct val="125000"/>
              </a:lnSpc>
              <a:spcBef>
                <a:spcPct val="20000"/>
              </a:spcBef>
            </a:pPr>
            <a:r>
              <a:rPr kumimoji="1" lang="en-US" altLang="zh-CN" sz="2800" b="1">
                <a:latin typeface="Times New Roman" panose="02020603050405020304" pitchFamily="18" charset="0"/>
              </a:rPr>
              <a:t>        </a:t>
            </a:r>
            <a:r>
              <a:rPr kumimoji="1" lang="zh-CN" altLang="en-US" sz="2800" b="1">
                <a:latin typeface="Times New Roman" panose="02020603050405020304" pitchFamily="18" charset="0"/>
              </a:rPr>
              <a:t>由于 </a:t>
            </a:r>
            <a:r>
              <a:rPr kumimoji="1" lang="zh-CN" altLang="en-US" sz="2800" b="1" i="1">
                <a:latin typeface="Times New Roman" panose="02020603050405020304" pitchFamily="18" charset="0"/>
                <a:sym typeface="Symbol" panose="05050102010706020507" pitchFamily="18" charset="2"/>
              </a:rPr>
              <a:t></a:t>
            </a:r>
            <a:r>
              <a:rPr kumimoji="1" lang="zh-CN" altLang="en-US" sz="2800" b="1" i="1">
                <a:latin typeface="Times New Roman" panose="02020603050405020304" pitchFamily="18" charset="0"/>
              </a:rPr>
              <a:t> </a:t>
            </a:r>
            <a:r>
              <a:rPr kumimoji="1" lang="en-US" altLang="zh-CN" sz="2800" b="1">
                <a:latin typeface="Times New Roman" panose="02020603050405020304" pitchFamily="18" charset="0"/>
              </a:rPr>
              <a:t>(</a:t>
            </a:r>
            <a:r>
              <a:rPr kumimoji="1" lang="en-US" altLang="zh-CN" sz="2800" b="1" i="1">
                <a:latin typeface="Times New Roman" panose="02020603050405020304" pitchFamily="18" charset="0"/>
                <a:sym typeface="Symbol" panose="05050102010706020507" pitchFamily="18" charset="2"/>
              </a:rPr>
              <a:t></a:t>
            </a:r>
            <a:r>
              <a:rPr kumimoji="1" lang="en-US" altLang="zh-CN" sz="2800" b="1" baseline="-25000">
                <a:latin typeface="Times New Roman" panose="02020603050405020304" pitchFamily="18" charset="0"/>
                <a:sym typeface="Symbol" panose="05050102010706020507" pitchFamily="18" charset="2"/>
              </a:rPr>
              <a:t>1</a:t>
            </a:r>
            <a:r>
              <a:rPr kumimoji="1" lang="en-US" altLang="zh-CN" sz="2800" b="1" baseline="-25000">
                <a:latin typeface="Times New Roman" panose="02020603050405020304" pitchFamily="18" charset="0"/>
              </a:rPr>
              <a:t>  </a:t>
            </a:r>
            <a:r>
              <a:rPr kumimoji="1" lang="en-US" altLang="zh-CN" sz="2800" b="1">
                <a:latin typeface="Times New Roman" panose="02020603050405020304" pitchFamily="18" charset="0"/>
              </a:rPr>
              <a:t>| </a:t>
            </a:r>
            <a:r>
              <a:rPr kumimoji="1" lang="en-US" altLang="zh-CN" sz="2800" b="1" i="1">
                <a:latin typeface="Times New Roman" panose="02020603050405020304" pitchFamily="18" charset="0"/>
              </a:rPr>
              <a:t>x </a:t>
            </a:r>
            <a:r>
              <a:rPr kumimoji="1" lang="en-US" altLang="zh-CN" sz="2800" b="1">
                <a:latin typeface="Times New Roman" panose="02020603050405020304" pitchFamily="18" charset="0"/>
              </a:rPr>
              <a:t>) &lt; </a:t>
            </a:r>
            <a:r>
              <a:rPr kumimoji="1" lang="en-US" altLang="zh-CN" sz="2800" b="1" i="1">
                <a:latin typeface="Times New Roman" panose="02020603050405020304" pitchFamily="18" charset="0"/>
                <a:sym typeface="Symbol" panose="05050102010706020507" pitchFamily="18" charset="2"/>
              </a:rPr>
              <a:t></a:t>
            </a:r>
            <a:r>
              <a:rPr kumimoji="1" lang="en-US" altLang="zh-CN" sz="2800" b="1" i="1">
                <a:latin typeface="Times New Roman" panose="02020603050405020304" pitchFamily="18" charset="0"/>
              </a:rPr>
              <a:t> </a:t>
            </a:r>
            <a:r>
              <a:rPr kumimoji="1" lang="en-US" altLang="zh-CN" sz="2800" b="1">
                <a:latin typeface="Times New Roman" panose="02020603050405020304" pitchFamily="18" charset="0"/>
              </a:rPr>
              <a:t>(</a:t>
            </a:r>
            <a:r>
              <a:rPr kumimoji="1" lang="en-US" altLang="zh-CN" sz="2800" b="1" i="1">
                <a:latin typeface="Times New Roman" panose="02020603050405020304" pitchFamily="18" charset="0"/>
                <a:sym typeface="Symbol" panose="05050102010706020507" pitchFamily="18" charset="2"/>
              </a:rPr>
              <a:t></a:t>
            </a:r>
            <a:r>
              <a:rPr kumimoji="1" lang="en-US" altLang="zh-CN" sz="2800" b="1" baseline="-25000">
                <a:latin typeface="Times New Roman" panose="02020603050405020304" pitchFamily="18" charset="0"/>
                <a:sym typeface="Symbol" panose="05050102010706020507" pitchFamily="18" charset="2"/>
              </a:rPr>
              <a:t>2</a:t>
            </a:r>
            <a:r>
              <a:rPr kumimoji="1" lang="en-US" altLang="zh-CN" sz="2800" b="1" i="1">
                <a:latin typeface="Times New Roman" panose="02020603050405020304" pitchFamily="18" charset="0"/>
                <a:sym typeface="Symbol" panose="05050102010706020507" pitchFamily="18" charset="2"/>
              </a:rPr>
              <a:t> </a:t>
            </a:r>
            <a:r>
              <a:rPr kumimoji="1" lang="en-US" altLang="zh-CN" sz="2800" b="1">
                <a:latin typeface="Times New Roman" panose="02020603050405020304" pitchFamily="18" charset="0"/>
              </a:rPr>
              <a:t>| </a:t>
            </a:r>
            <a:r>
              <a:rPr kumimoji="1" lang="en-US" altLang="zh-CN" sz="2800" b="1" i="1">
                <a:latin typeface="Times New Roman" panose="02020603050405020304" pitchFamily="18" charset="0"/>
              </a:rPr>
              <a:t>x </a:t>
            </a:r>
            <a:r>
              <a:rPr kumimoji="1" lang="en-US" altLang="zh-CN" sz="2800" b="1">
                <a:latin typeface="Times New Roman" panose="02020603050405020304" pitchFamily="18" charset="0"/>
              </a:rPr>
              <a:t>)</a:t>
            </a:r>
            <a:r>
              <a:rPr kumimoji="1" lang="zh-CN" altLang="en-US" sz="2800" b="1">
                <a:latin typeface="Times New Roman" panose="02020603050405020304" pitchFamily="18" charset="0"/>
              </a:rPr>
              <a:t>，所以次品汽车更有可能出自乙厂。</a:t>
            </a:r>
            <a:endParaRPr kumimoji="1" lang="zh-CN" altLang="en-US" sz="28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8557"/>
                                        </p:tgtEl>
                                        <p:attrNameLst>
                                          <p:attrName>style.visibility</p:attrName>
                                        </p:attrNameLst>
                                      </p:cBhvr>
                                      <p:to>
                                        <p:strVal val="visible"/>
                                      </p:to>
                                    </p:set>
                                    <p:animEffect transition="in" filter="wipe(left)">
                                      <p:cBhvr>
                                        <p:cTn id="7" dur="500"/>
                                        <p:tgtEl>
                                          <p:spTgt spid="1085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8558"/>
                                        </p:tgtEl>
                                        <p:attrNameLst>
                                          <p:attrName>style.visibility</p:attrName>
                                        </p:attrNameLst>
                                      </p:cBhvr>
                                      <p:to>
                                        <p:strVal val="visible"/>
                                      </p:to>
                                    </p:set>
                                    <p:animEffect transition="in" filter="wipe(left)">
                                      <p:cBhvr>
                                        <p:cTn id="12" dur="500"/>
                                        <p:tgtEl>
                                          <p:spTgt spid="1085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8560"/>
                                        </p:tgtEl>
                                        <p:attrNameLst>
                                          <p:attrName>style.visibility</p:attrName>
                                        </p:attrNameLst>
                                      </p:cBhvr>
                                      <p:to>
                                        <p:strVal val="visible"/>
                                      </p:to>
                                    </p:set>
                                    <p:animEffect transition="in" filter="wipe(left)">
                                      <p:cBhvr>
                                        <p:cTn id="17" dur="500"/>
                                        <p:tgtEl>
                                          <p:spTgt spid="10856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8562"/>
                                        </p:tgtEl>
                                        <p:attrNameLst>
                                          <p:attrName>style.visibility</p:attrName>
                                        </p:attrNameLst>
                                      </p:cBhvr>
                                      <p:to>
                                        <p:strVal val="visible"/>
                                      </p:to>
                                    </p:set>
                                    <p:animEffect transition="in" filter="wipe(left)">
                                      <p:cBhvr>
                                        <p:cTn id="22" dur="500"/>
                                        <p:tgtEl>
                                          <p:spTgt spid="10856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08559"/>
                                        </p:tgtEl>
                                        <p:attrNameLst>
                                          <p:attrName>style.visibility</p:attrName>
                                        </p:attrNameLst>
                                      </p:cBhvr>
                                      <p:to>
                                        <p:strVal val="visible"/>
                                      </p:to>
                                    </p:set>
                                    <p:animEffect transition="in" filter="wipe(left)">
                                      <p:cBhvr>
                                        <p:cTn id="27" dur="500"/>
                                        <p:tgtEl>
                                          <p:spTgt spid="10855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08561"/>
                                        </p:tgtEl>
                                        <p:attrNameLst>
                                          <p:attrName>style.visibility</p:attrName>
                                        </p:attrNameLst>
                                      </p:cBhvr>
                                      <p:to>
                                        <p:strVal val="visible"/>
                                      </p:to>
                                    </p:set>
                                    <p:animEffect transition="in" filter="wipe(left)">
                                      <p:cBhvr>
                                        <p:cTn id="32" dur="500"/>
                                        <p:tgtEl>
                                          <p:spTgt spid="10856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08564"/>
                                        </p:tgtEl>
                                        <p:attrNameLst>
                                          <p:attrName>style.visibility</p:attrName>
                                        </p:attrNameLst>
                                      </p:cBhvr>
                                      <p:to>
                                        <p:strVal val="visible"/>
                                      </p:to>
                                    </p:set>
                                    <p:animEffect transition="in" filter="wipe(left)">
                                      <p:cBhvr>
                                        <p:cTn id="37" dur="500"/>
                                        <p:tgtEl>
                                          <p:spTgt spid="10856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08563"/>
                                        </p:tgtEl>
                                        <p:attrNameLst>
                                          <p:attrName>style.visibility</p:attrName>
                                        </p:attrNameLst>
                                      </p:cBhvr>
                                      <p:to>
                                        <p:strVal val="visible"/>
                                      </p:to>
                                    </p:set>
                                    <p:animEffect transition="in" filter="wipe(left)">
                                      <p:cBhvr>
                                        <p:cTn id="42" dur="500"/>
                                        <p:tgtEl>
                                          <p:spTgt spid="10856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8565"/>
                                        </p:tgtEl>
                                        <p:attrNameLst>
                                          <p:attrName>style.visibility</p:attrName>
                                        </p:attrNameLst>
                                      </p:cBhvr>
                                      <p:to>
                                        <p:strVal val="visible"/>
                                      </p:to>
                                    </p:set>
                                    <p:animEffect transition="in" filter="wipe(left)">
                                      <p:cBhvr>
                                        <p:cTn id="47" dur="500"/>
                                        <p:tgtEl>
                                          <p:spTgt spid="1085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57" grpId="0" autoUpdateAnimBg="0"/>
      <p:bldP spid="108560" grpId="0" autoUpdateAnimBg="0"/>
      <p:bldP spid="108565"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1798AAC2-47D5-44C1-A789-799F92CCA25E}"/>
              </a:ext>
            </a:extLst>
          </p:cNvPr>
          <p:cNvSpPr>
            <a:spLocks noChangeArrowheads="1"/>
          </p:cNvSpPr>
          <p:nvPr/>
        </p:nvSpPr>
        <p:spPr bwMode="auto">
          <a:xfrm>
            <a:off x="457200" y="263525"/>
            <a:ext cx="8229600" cy="30130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nSpc>
                <a:spcPct val="120000"/>
              </a:lnSpc>
            </a:pPr>
            <a:r>
              <a:rPr kumimoji="1" lang="en-US" altLang="zh-CN" sz="3200" b="1">
                <a:latin typeface="Times New Roman" panose="02020603050405020304" pitchFamily="18" charset="0"/>
              </a:rPr>
              <a:t>      </a:t>
            </a:r>
            <a:r>
              <a:rPr kumimoji="1" lang="zh-CN" altLang="en-US" sz="3200" b="1">
                <a:latin typeface="Times New Roman" panose="02020603050405020304" pitchFamily="18" charset="0"/>
              </a:rPr>
              <a:t>又例如：有三个箱子，分别编号为</a:t>
            </a:r>
            <a:r>
              <a:rPr kumimoji="1" lang="en-US" altLang="zh-CN" sz="3200" b="1">
                <a:latin typeface="Times New Roman" panose="02020603050405020304" pitchFamily="18" charset="0"/>
              </a:rPr>
              <a:t>1,2,3</a:t>
            </a:r>
            <a:r>
              <a:rPr kumimoji="1" lang="zh-CN" altLang="en-US" sz="3200" b="1">
                <a:latin typeface="Times New Roman" panose="02020603050405020304" pitchFamily="18" charset="0"/>
              </a:rPr>
              <a:t>，</a:t>
            </a:r>
            <a:r>
              <a:rPr kumimoji="1" lang="en-US" altLang="zh-CN" sz="3200" b="1">
                <a:latin typeface="Times New Roman" panose="02020603050405020304" pitchFamily="18" charset="0"/>
              </a:rPr>
              <a:t>1</a:t>
            </a:r>
            <a:r>
              <a:rPr kumimoji="1" lang="zh-CN" altLang="en-US" sz="3200" b="1">
                <a:latin typeface="Times New Roman" panose="02020603050405020304" pitchFamily="18" charset="0"/>
              </a:rPr>
              <a:t>号箱装有</a:t>
            </a:r>
            <a:r>
              <a:rPr kumimoji="1" lang="en-US" altLang="zh-CN" sz="3200" b="1">
                <a:latin typeface="Times New Roman" panose="02020603050405020304" pitchFamily="18" charset="0"/>
              </a:rPr>
              <a:t>1</a:t>
            </a:r>
            <a:r>
              <a:rPr kumimoji="1" lang="zh-CN" altLang="en-US" sz="3200" b="1">
                <a:latin typeface="Times New Roman" panose="02020603050405020304" pitchFamily="18" charset="0"/>
              </a:rPr>
              <a:t>个红球</a:t>
            </a:r>
            <a:r>
              <a:rPr kumimoji="1" lang="en-US" altLang="zh-CN" sz="3200" b="1">
                <a:latin typeface="Times New Roman" panose="02020603050405020304" pitchFamily="18" charset="0"/>
              </a:rPr>
              <a:t>4</a:t>
            </a:r>
            <a:r>
              <a:rPr kumimoji="1" lang="zh-CN" altLang="en-US" sz="3200" b="1">
                <a:latin typeface="Times New Roman" panose="02020603050405020304" pitchFamily="18" charset="0"/>
              </a:rPr>
              <a:t>个白球，</a:t>
            </a:r>
            <a:r>
              <a:rPr kumimoji="1" lang="en-US" altLang="zh-CN" sz="3200" b="1">
                <a:latin typeface="Times New Roman" panose="02020603050405020304" pitchFamily="18" charset="0"/>
              </a:rPr>
              <a:t>2</a:t>
            </a:r>
            <a:r>
              <a:rPr kumimoji="1" lang="zh-CN" altLang="en-US" sz="3200" b="1">
                <a:latin typeface="Times New Roman" panose="02020603050405020304" pitchFamily="18" charset="0"/>
              </a:rPr>
              <a:t>号箱装有</a:t>
            </a:r>
            <a:r>
              <a:rPr kumimoji="1" lang="en-US" altLang="zh-CN" sz="3200" b="1">
                <a:latin typeface="Times New Roman" panose="02020603050405020304" pitchFamily="18" charset="0"/>
              </a:rPr>
              <a:t>2</a:t>
            </a:r>
            <a:r>
              <a:rPr kumimoji="1" lang="zh-CN" altLang="en-US" sz="3200" b="1">
                <a:latin typeface="Times New Roman" panose="02020603050405020304" pitchFamily="18" charset="0"/>
              </a:rPr>
              <a:t>红球</a:t>
            </a:r>
            <a:r>
              <a:rPr kumimoji="1" lang="en-US" altLang="zh-CN" sz="3200" b="1">
                <a:latin typeface="Times New Roman" panose="02020603050405020304" pitchFamily="18" charset="0"/>
              </a:rPr>
              <a:t>3</a:t>
            </a:r>
            <a:r>
              <a:rPr kumimoji="1" lang="zh-CN" altLang="en-US" sz="3200" b="1">
                <a:latin typeface="Times New Roman" panose="02020603050405020304" pitchFamily="18" charset="0"/>
              </a:rPr>
              <a:t>白球，</a:t>
            </a:r>
            <a:r>
              <a:rPr kumimoji="1" lang="en-US" altLang="zh-CN" sz="3200" b="1">
                <a:latin typeface="Times New Roman" panose="02020603050405020304" pitchFamily="18" charset="0"/>
              </a:rPr>
              <a:t>3</a:t>
            </a:r>
            <a:r>
              <a:rPr kumimoji="1" lang="zh-CN" altLang="en-US" sz="3200" b="1">
                <a:latin typeface="Times New Roman" panose="02020603050405020304" pitchFamily="18" charset="0"/>
              </a:rPr>
              <a:t>号箱装有</a:t>
            </a:r>
            <a:r>
              <a:rPr kumimoji="1" lang="en-US" altLang="zh-CN" sz="3200" b="1">
                <a:latin typeface="Times New Roman" panose="02020603050405020304" pitchFamily="18" charset="0"/>
              </a:rPr>
              <a:t>3</a:t>
            </a:r>
            <a:r>
              <a:rPr kumimoji="1" lang="zh-CN" altLang="en-US" sz="3200" b="1">
                <a:latin typeface="Times New Roman" panose="02020603050405020304" pitchFamily="18" charset="0"/>
              </a:rPr>
              <a:t>红球</a:t>
            </a:r>
            <a:r>
              <a:rPr kumimoji="1" lang="en-US" altLang="zh-CN" sz="3200" b="1">
                <a:latin typeface="Times New Roman" panose="02020603050405020304" pitchFamily="18" charset="0"/>
              </a:rPr>
              <a:t>.  </a:t>
            </a:r>
            <a:r>
              <a:rPr kumimoji="1" lang="zh-CN" altLang="en-US" sz="3200" b="1">
                <a:latin typeface="Times New Roman" panose="02020603050405020304" pitchFamily="18" charset="0"/>
              </a:rPr>
              <a:t>某人从三箱中任取一箱，从中任意摸出一球，</a:t>
            </a:r>
            <a:r>
              <a:rPr kumimoji="1" lang="zh-CN" altLang="en-US" sz="3200" b="1">
                <a:solidFill>
                  <a:schemeClr val="tx2"/>
                </a:solidFill>
                <a:latin typeface="Times New Roman" panose="02020603050405020304" pitchFamily="18" charset="0"/>
              </a:rPr>
              <a:t>发现是红球</a:t>
            </a:r>
            <a:r>
              <a:rPr kumimoji="1" lang="en-US" altLang="zh-CN" sz="3200" b="1">
                <a:solidFill>
                  <a:schemeClr val="tx2"/>
                </a:solidFill>
                <a:latin typeface="Times New Roman" panose="02020603050405020304" pitchFamily="18" charset="0"/>
              </a:rPr>
              <a:t>,</a:t>
            </a:r>
            <a:r>
              <a:rPr kumimoji="1" lang="zh-CN" altLang="en-US" sz="3200" b="1">
                <a:solidFill>
                  <a:schemeClr val="tx2"/>
                </a:solidFill>
                <a:latin typeface="Times New Roman" panose="02020603050405020304" pitchFamily="18" charset="0"/>
              </a:rPr>
              <a:t>求该球是取自</a:t>
            </a:r>
            <a:r>
              <a:rPr kumimoji="1" lang="en-US" altLang="zh-CN" sz="3200" b="1">
                <a:solidFill>
                  <a:schemeClr val="tx2"/>
                </a:solidFill>
                <a:latin typeface="Times New Roman" panose="02020603050405020304" pitchFamily="18" charset="0"/>
              </a:rPr>
              <a:t>1</a:t>
            </a:r>
            <a:r>
              <a:rPr kumimoji="1" lang="zh-CN" altLang="en-US" sz="3200" b="1">
                <a:solidFill>
                  <a:schemeClr val="tx2"/>
                </a:solidFill>
                <a:latin typeface="Times New Roman" panose="02020603050405020304" pitchFamily="18" charset="0"/>
              </a:rPr>
              <a:t>号箱的概率</a:t>
            </a:r>
            <a:r>
              <a:rPr kumimoji="1" lang="zh-CN" altLang="en-US" sz="3200" b="1">
                <a:latin typeface="Times New Roman" panose="02020603050405020304" pitchFamily="18" charset="0"/>
              </a:rPr>
              <a:t> </a:t>
            </a:r>
            <a:r>
              <a:rPr kumimoji="1" lang="en-US" altLang="zh-CN" sz="3200" b="1">
                <a:latin typeface="Times New Roman" panose="02020603050405020304" pitchFamily="18" charset="0"/>
              </a:rPr>
              <a:t>.</a:t>
            </a:r>
          </a:p>
        </p:txBody>
      </p:sp>
      <p:sp>
        <p:nvSpPr>
          <p:cNvPr id="86019" name="Rectangle 3">
            <a:extLst>
              <a:ext uri="{FF2B5EF4-FFF2-40B4-BE49-F238E27FC236}">
                <a16:creationId xmlns:a16="http://schemas.microsoft.com/office/drawing/2014/main" id="{12EDAC5C-28D7-4447-8F16-A124F21F94A7}"/>
              </a:ext>
            </a:extLst>
          </p:cNvPr>
          <p:cNvSpPr>
            <a:spLocks noChangeArrowheads="1"/>
          </p:cNvSpPr>
          <p:nvPr/>
        </p:nvSpPr>
        <p:spPr bwMode="auto">
          <a:xfrm>
            <a:off x="2781300" y="5181600"/>
            <a:ext cx="609600" cy="533400"/>
          </a:xfrm>
          <a:prstGeom prst="re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kumimoji="1" lang="en-US" altLang="zh-CN" sz="3200" b="1">
                <a:latin typeface="Times New Roman" panose="02020603050405020304" pitchFamily="18" charset="0"/>
              </a:rPr>
              <a:t>1</a:t>
            </a:r>
          </a:p>
        </p:txBody>
      </p:sp>
      <p:sp>
        <p:nvSpPr>
          <p:cNvPr id="86020" name="Line 4">
            <a:extLst>
              <a:ext uri="{FF2B5EF4-FFF2-40B4-BE49-F238E27FC236}">
                <a16:creationId xmlns:a16="http://schemas.microsoft.com/office/drawing/2014/main" id="{7B167741-9874-44AB-AD40-AA7C94ABB169}"/>
              </a:ext>
            </a:extLst>
          </p:cNvPr>
          <p:cNvSpPr>
            <a:spLocks noChangeShapeType="1"/>
          </p:cNvSpPr>
          <p:nvPr/>
        </p:nvSpPr>
        <p:spPr bwMode="auto">
          <a:xfrm flipV="1">
            <a:off x="2781300" y="5029200"/>
            <a:ext cx="3048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6021" name="Line 5">
            <a:extLst>
              <a:ext uri="{FF2B5EF4-FFF2-40B4-BE49-F238E27FC236}">
                <a16:creationId xmlns:a16="http://schemas.microsoft.com/office/drawing/2014/main" id="{87FEFF57-E759-4606-9D24-4E11F61EBD34}"/>
              </a:ext>
            </a:extLst>
          </p:cNvPr>
          <p:cNvSpPr>
            <a:spLocks noChangeShapeType="1"/>
          </p:cNvSpPr>
          <p:nvPr/>
        </p:nvSpPr>
        <p:spPr bwMode="auto">
          <a:xfrm flipV="1">
            <a:off x="3390900" y="5029200"/>
            <a:ext cx="3048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6022" name="Line 6">
            <a:extLst>
              <a:ext uri="{FF2B5EF4-FFF2-40B4-BE49-F238E27FC236}">
                <a16:creationId xmlns:a16="http://schemas.microsoft.com/office/drawing/2014/main" id="{B90D8840-D59F-4FCE-896E-6D42712E0ACB}"/>
              </a:ext>
            </a:extLst>
          </p:cNvPr>
          <p:cNvSpPr>
            <a:spLocks noChangeShapeType="1"/>
          </p:cNvSpPr>
          <p:nvPr/>
        </p:nvSpPr>
        <p:spPr bwMode="auto">
          <a:xfrm flipV="1">
            <a:off x="3390900" y="5562600"/>
            <a:ext cx="3048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86023" name="Group 7">
            <a:extLst>
              <a:ext uri="{FF2B5EF4-FFF2-40B4-BE49-F238E27FC236}">
                <a16:creationId xmlns:a16="http://schemas.microsoft.com/office/drawing/2014/main" id="{26C877C1-6482-4778-A379-2540D29DF655}"/>
              </a:ext>
            </a:extLst>
          </p:cNvPr>
          <p:cNvGrpSpPr>
            <a:grpSpLocks/>
          </p:cNvGrpSpPr>
          <p:nvPr/>
        </p:nvGrpSpPr>
        <p:grpSpPr bwMode="auto">
          <a:xfrm>
            <a:off x="3695700" y="4572000"/>
            <a:ext cx="2514600" cy="1143000"/>
            <a:chOff x="4032" y="1680"/>
            <a:chExt cx="1584" cy="720"/>
          </a:xfrm>
        </p:grpSpPr>
        <p:sp>
          <p:nvSpPr>
            <p:cNvPr id="86024" name="Line 8">
              <a:extLst>
                <a:ext uri="{FF2B5EF4-FFF2-40B4-BE49-F238E27FC236}">
                  <a16:creationId xmlns:a16="http://schemas.microsoft.com/office/drawing/2014/main" id="{B757B0D2-63FA-4625-840A-AA6EC160813F}"/>
                </a:ext>
              </a:extLst>
            </p:cNvPr>
            <p:cNvSpPr>
              <a:spLocks noChangeShapeType="1"/>
            </p:cNvSpPr>
            <p:nvPr/>
          </p:nvSpPr>
          <p:spPr bwMode="auto">
            <a:xfrm>
              <a:off x="4032" y="1968"/>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6025" name="Rectangle 9">
              <a:extLst>
                <a:ext uri="{FF2B5EF4-FFF2-40B4-BE49-F238E27FC236}">
                  <a16:creationId xmlns:a16="http://schemas.microsoft.com/office/drawing/2014/main" id="{7D6C6AF3-2E6D-4033-AE00-606C7BC38C0E}"/>
                </a:ext>
              </a:extLst>
            </p:cNvPr>
            <p:cNvSpPr>
              <a:spLocks noChangeArrowheads="1"/>
            </p:cNvSpPr>
            <p:nvPr/>
          </p:nvSpPr>
          <p:spPr bwMode="auto">
            <a:xfrm>
              <a:off x="4176" y="2064"/>
              <a:ext cx="384" cy="336"/>
            </a:xfrm>
            <a:prstGeom prst="re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kumimoji="1" lang="en-US" altLang="zh-CN" sz="3200" b="1">
                  <a:latin typeface="Times New Roman" panose="02020603050405020304" pitchFamily="18" charset="0"/>
                </a:rPr>
                <a:t>2</a:t>
              </a:r>
            </a:p>
          </p:txBody>
        </p:sp>
        <p:sp>
          <p:nvSpPr>
            <p:cNvPr id="86026" name="Line 10">
              <a:extLst>
                <a:ext uri="{FF2B5EF4-FFF2-40B4-BE49-F238E27FC236}">
                  <a16:creationId xmlns:a16="http://schemas.microsoft.com/office/drawing/2014/main" id="{3E5BFB6D-ADCE-4C34-BF44-967403AD57D5}"/>
                </a:ext>
              </a:extLst>
            </p:cNvPr>
            <p:cNvSpPr>
              <a:spLocks noChangeShapeType="1"/>
            </p:cNvSpPr>
            <p:nvPr/>
          </p:nvSpPr>
          <p:spPr bwMode="auto">
            <a:xfrm flipV="1">
              <a:off x="4176" y="1968"/>
              <a:ext cx="192"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6027" name="Line 11">
              <a:extLst>
                <a:ext uri="{FF2B5EF4-FFF2-40B4-BE49-F238E27FC236}">
                  <a16:creationId xmlns:a16="http://schemas.microsoft.com/office/drawing/2014/main" id="{634980EA-1BA3-4A03-81A7-DD041CA27C96}"/>
                </a:ext>
              </a:extLst>
            </p:cNvPr>
            <p:cNvSpPr>
              <a:spLocks noChangeShapeType="1"/>
            </p:cNvSpPr>
            <p:nvPr/>
          </p:nvSpPr>
          <p:spPr bwMode="auto">
            <a:xfrm flipV="1">
              <a:off x="4560" y="1968"/>
              <a:ext cx="192"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6028" name="Line 12">
              <a:extLst>
                <a:ext uri="{FF2B5EF4-FFF2-40B4-BE49-F238E27FC236}">
                  <a16:creationId xmlns:a16="http://schemas.microsoft.com/office/drawing/2014/main" id="{A66D68E4-180B-4DB6-A7FA-0F3EF7ED9E51}"/>
                </a:ext>
              </a:extLst>
            </p:cNvPr>
            <p:cNvSpPr>
              <a:spLocks noChangeShapeType="1"/>
            </p:cNvSpPr>
            <p:nvPr/>
          </p:nvSpPr>
          <p:spPr bwMode="auto">
            <a:xfrm flipV="1">
              <a:off x="4560" y="2304"/>
              <a:ext cx="192"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6029" name="Line 13">
              <a:extLst>
                <a:ext uri="{FF2B5EF4-FFF2-40B4-BE49-F238E27FC236}">
                  <a16:creationId xmlns:a16="http://schemas.microsoft.com/office/drawing/2014/main" id="{63FF2F5C-E033-4B17-B76B-3E5779977C1A}"/>
                </a:ext>
              </a:extLst>
            </p:cNvPr>
            <p:cNvSpPr>
              <a:spLocks noChangeShapeType="1"/>
            </p:cNvSpPr>
            <p:nvPr/>
          </p:nvSpPr>
          <p:spPr bwMode="auto">
            <a:xfrm>
              <a:off x="4752" y="1968"/>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6030" name="Rectangle 14">
              <a:extLst>
                <a:ext uri="{FF2B5EF4-FFF2-40B4-BE49-F238E27FC236}">
                  <a16:creationId xmlns:a16="http://schemas.microsoft.com/office/drawing/2014/main" id="{4E85F877-32C8-4334-A24E-23D1C1B06802}"/>
                </a:ext>
              </a:extLst>
            </p:cNvPr>
            <p:cNvSpPr>
              <a:spLocks noChangeArrowheads="1"/>
            </p:cNvSpPr>
            <p:nvPr/>
          </p:nvSpPr>
          <p:spPr bwMode="auto">
            <a:xfrm>
              <a:off x="4944" y="2064"/>
              <a:ext cx="384" cy="336"/>
            </a:xfrm>
            <a:prstGeom prst="re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kumimoji="1" lang="en-US" altLang="zh-CN" sz="3200" b="1">
                  <a:latin typeface="Times New Roman" panose="02020603050405020304" pitchFamily="18" charset="0"/>
                </a:rPr>
                <a:t>3</a:t>
              </a:r>
            </a:p>
          </p:txBody>
        </p:sp>
        <p:sp>
          <p:nvSpPr>
            <p:cNvPr id="86031" name="Line 15">
              <a:extLst>
                <a:ext uri="{FF2B5EF4-FFF2-40B4-BE49-F238E27FC236}">
                  <a16:creationId xmlns:a16="http://schemas.microsoft.com/office/drawing/2014/main" id="{E6D6A71C-0E75-4CCC-9381-A150A6DB40A5}"/>
                </a:ext>
              </a:extLst>
            </p:cNvPr>
            <p:cNvSpPr>
              <a:spLocks noChangeShapeType="1"/>
            </p:cNvSpPr>
            <p:nvPr/>
          </p:nvSpPr>
          <p:spPr bwMode="auto">
            <a:xfrm flipV="1">
              <a:off x="4944" y="1968"/>
              <a:ext cx="192"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6032" name="Line 16">
              <a:extLst>
                <a:ext uri="{FF2B5EF4-FFF2-40B4-BE49-F238E27FC236}">
                  <a16:creationId xmlns:a16="http://schemas.microsoft.com/office/drawing/2014/main" id="{AC5B1092-F919-4C0D-BACD-59CC805EAEE4}"/>
                </a:ext>
              </a:extLst>
            </p:cNvPr>
            <p:cNvSpPr>
              <a:spLocks noChangeShapeType="1"/>
            </p:cNvSpPr>
            <p:nvPr/>
          </p:nvSpPr>
          <p:spPr bwMode="auto">
            <a:xfrm flipV="1">
              <a:off x="5328" y="1968"/>
              <a:ext cx="192"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6033" name="Line 17">
              <a:extLst>
                <a:ext uri="{FF2B5EF4-FFF2-40B4-BE49-F238E27FC236}">
                  <a16:creationId xmlns:a16="http://schemas.microsoft.com/office/drawing/2014/main" id="{24A2AD5D-18A6-4849-BEA3-2C43D6A0DA7A}"/>
                </a:ext>
              </a:extLst>
            </p:cNvPr>
            <p:cNvSpPr>
              <a:spLocks noChangeShapeType="1"/>
            </p:cNvSpPr>
            <p:nvPr/>
          </p:nvSpPr>
          <p:spPr bwMode="auto">
            <a:xfrm>
              <a:off x="5136" y="1968"/>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6034" name="Line 18">
              <a:extLst>
                <a:ext uri="{FF2B5EF4-FFF2-40B4-BE49-F238E27FC236}">
                  <a16:creationId xmlns:a16="http://schemas.microsoft.com/office/drawing/2014/main" id="{209F7BE9-DDD3-4FEC-AA94-9B06C2C7E741}"/>
                </a:ext>
              </a:extLst>
            </p:cNvPr>
            <p:cNvSpPr>
              <a:spLocks noChangeShapeType="1"/>
            </p:cNvSpPr>
            <p:nvPr/>
          </p:nvSpPr>
          <p:spPr bwMode="auto">
            <a:xfrm flipV="1">
              <a:off x="5328" y="2304"/>
              <a:ext cx="192"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6035" name="Line 19">
              <a:extLst>
                <a:ext uri="{FF2B5EF4-FFF2-40B4-BE49-F238E27FC236}">
                  <a16:creationId xmlns:a16="http://schemas.microsoft.com/office/drawing/2014/main" id="{49C01B4E-8783-4BDD-9736-9A95B03C8DB8}"/>
                </a:ext>
              </a:extLst>
            </p:cNvPr>
            <p:cNvSpPr>
              <a:spLocks noChangeShapeType="1"/>
            </p:cNvSpPr>
            <p:nvPr/>
          </p:nvSpPr>
          <p:spPr bwMode="auto">
            <a:xfrm>
              <a:off x="5520" y="1968"/>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6036" name="Oval 20">
              <a:extLst>
                <a:ext uri="{FF2B5EF4-FFF2-40B4-BE49-F238E27FC236}">
                  <a16:creationId xmlns:a16="http://schemas.microsoft.com/office/drawing/2014/main" id="{16B8D049-1941-498B-9440-A2860D8C59CB}"/>
                </a:ext>
              </a:extLst>
            </p:cNvPr>
            <p:cNvSpPr>
              <a:spLocks noChangeArrowheads="1"/>
            </p:cNvSpPr>
            <p:nvPr/>
          </p:nvSpPr>
          <p:spPr bwMode="auto">
            <a:xfrm>
              <a:off x="5088" y="1728"/>
              <a:ext cx="152" cy="144"/>
            </a:xfrm>
            <a:prstGeom prst="ellipse">
              <a:avLst/>
            </a:prstGeom>
            <a:gradFill rotWithShape="0">
              <a:gsLst>
                <a:gs pos="0">
                  <a:srgbClr val="FF3300"/>
                </a:gs>
                <a:gs pos="100000">
                  <a:srgbClr val="FF3300">
                    <a:gamma/>
                    <a:shade val="46275"/>
                    <a:invGamma/>
                  </a:srgbClr>
                </a:gs>
              </a:gsLst>
              <a:path path="shape">
                <a:fillToRect l="50000" t="50000" r="50000" b="50000"/>
              </a:path>
            </a:gra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7" name="Oval 21">
              <a:extLst>
                <a:ext uri="{FF2B5EF4-FFF2-40B4-BE49-F238E27FC236}">
                  <a16:creationId xmlns:a16="http://schemas.microsoft.com/office/drawing/2014/main" id="{5E0F9617-B589-4FA7-A952-979C9B9A649E}"/>
                </a:ext>
              </a:extLst>
            </p:cNvPr>
            <p:cNvSpPr>
              <a:spLocks noChangeArrowheads="1"/>
            </p:cNvSpPr>
            <p:nvPr/>
          </p:nvSpPr>
          <p:spPr bwMode="auto">
            <a:xfrm>
              <a:off x="5272" y="1728"/>
              <a:ext cx="152" cy="144"/>
            </a:xfrm>
            <a:prstGeom prst="ellipse">
              <a:avLst/>
            </a:prstGeom>
            <a:gradFill rotWithShape="0">
              <a:gsLst>
                <a:gs pos="0">
                  <a:srgbClr val="FF3300"/>
                </a:gs>
                <a:gs pos="100000">
                  <a:srgbClr val="FF3300">
                    <a:gamma/>
                    <a:shade val="46275"/>
                    <a:invGamma/>
                  </a:srgbClr>
                </a:gs>
              </a:gsLst>
              <a:path path="shape">
                <a:fillToRect l="50000" t="50000" r="50000" b="50000"/>
              </a:path>
            </a:gra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8" name="Oval 22">
              <a:extLst>
                <a:ext uri="{FF2B5EF4-FFF2-40B4-BE49-F238E27FC236}">
                  <a16:creationId xmlns:a16="http://schemas.microsoft.com/office/drawing/2014/main" id="{AC21F0D9-A2D2-4D81-82AB-A99025426543}"/>
                </a:ext>
              </a:extLst>
            </p:cNvPr>
            <p:cNvSpPr>
              <a:spLocks noChangeArrowheads="1"/>
            </p:cNvSpPr>
            <p:nvPr/>
          </p:nvSpPr>
          <p:spPr bwMode="auto">
            <a:xfrm>
              <a:off x="5464" y="1728"/>
              <a:ext cx="152" cy="144"/>
            </a:xfrm>
            <a:prstGeom prst="ellipse">
              <a:avLst/>
            </a:prstGeom>
            <a:gradFill rotWithShape="0">
              <a:gsLst>
                <a:gs pos="0">
                  <a:srgbClr val="FF3300"/>
                </a:gs>
                <a:gs pos="100000">
                  <a:srgbClr val="FF3300">
                    <a:gamma/>
                    <a:shade val="46275"/>
                    <a:invGamma/>
                  </a:srgbClr>
                </a:gs>
              </a:gsLst>
              <a:path path="shape">
                <a:fillToRect l="50000" t="50000" r="50000" b="50000"/>
              </a:path>
            </a:gra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6039" name="Group 23">
              <a:extLst>
                <a:ext uri="{FF2B5EF4-FFF2-40B4-BE49-F238E27FC236}">
                  <a16:creationId xmlns:a16="http://schemas.microsoft.com/office/drawing/2014/main" id="{DE17D184-44ED-400A-B49F-6491A5F669FC}"/>
                </a:ext>
              </a:extLst>
            </p:cNvPr>
            <p:cNvGrpSpPr>
              <a:grpSpLocks/>
            </p:cNvGrpSpPr>
            <p:nvPr/>
          </p:nvGrpSpPr>
          <p:grpSpPr bwMode="auto">
            <a:xfrm>
              <a:off x="4312" y="1680"/>
              <a:ext cx="536" cy="288"/>
              <a:chOff x="4216" y="1440"/>
              <a:chExt cx="536" cy="288"/>
            </a:xfrm>
          </p:grpSpPr>
          <p:sp>
            <p:nvSpPr>
              <p:cNvPr id="86040" name="Line 24">
                <a:extLst>
                  <a:ext uri="{FF2B5EF4-FFF2-40B4-BE49-F238E27FC236}">
                    <a16:creationId xmlns:a16="http://schemas.microsoft.com/office/drawing/2014/main" id="{82B163B4-EAA4-48A3-B5C8-EB690740A23A}"/>
                  </a:ext>
                </a:extLst>
              </p:cNvPr>
              <p:cNvSpPr>
                <a:spLocks noChangeShapeType="1"/>
              </p:cNvSpPr>
              <p:nvPr/>
            </p:nvSpPr>
            <p:spPr bwMode="auto">
              <a:xfrm>
                <a:off x="4272" y="1728"/>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6041" name="Oval 25">
                <a:extLst>
                  <a:ext uri="{FF2B5EF4-FFF2-40B4-BE49-F238E27FC236}">
                    <a16:creationId xmlns:a16="http://schemas.microsoft.com/office/drawing/2014/main" id="{F66FD4A2-FD00-4687-9B71-3CAFF2141B96}"/>
                  </a:ext>
                </a:extLst>
              </p:cNvPr>
              <p:cNvSpPr>
                <a:spLocks noChangeArrowheads="1"/>
              </p:cNvSpPr>
              <p:nvPr/>
            </p:nvSpPr>
            <p:spPr bwMode="auto">
              <a:xfrm>
                <a:off x="4216" y="1440"/>
                <a:ext cx="152" cy="144"/>
              </a:xfrm>
              <a:prstGeom prst="ellipse">
                <a:avLst/>
              </a:prstGeom>
              <a:gradFill rotWithShape="0">
                <a:gsLst>
                  <a:gs pos="0">
                    <a:srgbClr val="FF3300"/>
                  </a:gs>
                  <a:gs pos="100000">
                    <a:srgbClr val="FF3300">
                      <a:gamma/>
                      <a:shade val="46275"/>
                      <a:invGamma/>
                    </a:srgbClr>
                  </a:gs>
                </a:gsLst>
                <a:path path="shape">
                  <a:fillToRect l="50000" t="50000" r="50000" b="50000"/>
                </a:path>
              </a:gra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2" name="Oval 26">
                <a:extLst>
                  <a:ext uri="{FF2B5EF4-FFF2-40B4-BE49-F238E27FC236}">
                    <a16:creationId xmlns:a16="http://schemas.microsoft.com/office/drawing/2014/main" id="{A3C7B76B-A59A-4CDF-832A-E314078C3765}"/>
                  </a:ext>
                </a:extLst>
              </p:cNvPr>
              <p:cNvSpPr>
                <a:spLocks noChangeArrowheads="1"/>
              </p:cNvSpPr>
              <p:nvPr/>
            </p:nvSpPr>
            <p:spPr bwMode="auto">
              <a:xfrm>
                <a:off x="4408" y="1440"/>
                <a:ext cx="152" cy="144"/>
              </a:xfrm>
              <a:prstGeom prst="ellipse">
                <a:avLst/>
              </a:prstGeom>
              <a:gradFill rotWithShape="0">
                <a:gsLst>
                  <a:gs pos="0">
                    <a:srgbClr val="FF3300"/>
                  </a:gs>
                  <a:gs pos="100000">
                    <a:srgbClr val="FF3300">
                      <a:gamma/>
                      <a:shade val="46275"/>
                      <a:invGamma/>
                    </a:srgbClr>
                  </a:gs>
                </a:gsLst>
                <a:path path="shape">
                  <a:fillToRect l="50000" t="50000" r="50000" b="50000"/>
                </a:path>
              </a:gra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3" name="Oval 27">
                <a:extLst>
                  <a:ext uri="{FF2B5EF4-FFF2-40B4-BE49-F238E27FC236}">
                    <a16:creationId xmlns:a16="http://schemas.microsoft.com/office/drawing/2014/main" id="{D27CB3C0-460B-494B-A9FD-110561C93E0D}"/>
                  </a:ext>
                </a:extLst>
              </p:cNvPr>
              <p:cNvSpPr>
                <a:spLocks noChangeArrowheads="1"/>
              </p:cNvSpPr>
              <p:nvPr/>
            </p:nvSpPr>
            <p:spPr bwMode="auto">
              <a:xfrm>
                <a:off x="4504" y="1584"/>
                <a:ext cx="152" cy="144"/>
              </a:xfrm>
              <a:prstGeom prst="ellipse">
                <a:avLst/>
              </a:prstGeom>
              <a:gradFill rotWithShape="0">
                <a:gsLst>
                  <a:gs pos="0">
                    <a:srgbClr val="FFFFFF"/>
                  </a:gs>
                  <a:gs pos="100000">
                    <a:srgbClr val="FFFFFF">
                      <a:gamma/>
                      <a:shade val="46275"/>
                      <a:invGamma/>
                    </a:srgbClr>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4" name="Oval 28">
                <a:extLst>
                  <a:ext uri="{FF2B5EF4-FFF2-40B4-BE49-F238E27FC236}">
                    <a16:creationId xmlns:a16="http://schemas.microsoft.com/office/drawing/2014/main" id="{FEEB450E-C590-44CE-A3F3-5CBE6B9F17B5}"/>
                  </a:ext>
                </a:extLst>
              </p:cNvPr>
              <p:cNvSpPr>
                <a:spLocks noChangeArrowheads="1"/>
              </p:cNvSpPr>
              <p:nvPr/>
            </p:nvSpPr>
            <p:spPr bwMode="auto">
              <a:xfrm>
                <a:off x="4320" y="1584"/>
                <a:ext cx="152" cy="144"/>
              </a:xfrm>
              <a:prstGeom prst="ellipse">
                <a:avLst/>
              </a:prstGeom>
              <a:gradFill rotWithShape="0">
                <a:gsLst>
                  <a:gs pos="0">
                    <a:srgbClr val="FFFFFF"/>
                  </a:gs>
                  <a:gs pos="100000">
                    <a:srgbClr val="FFFFFF">
                      <a:gamma/>
                      <a:shade val="46275"/>
                      <a:invGamma/>
                    </a:srgbClr>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5" name="Oval 29">
                <a:extLst>
                  <a:ext uri="{FF2B5EF4-FFF2-40B4-BE49-F238E27FC236}">
                    <a16:creationId xmlns:a16="http://schemas.microsoft.com/office/drawing/2014/main" id="{1716F40C-2217-4C7F-84E9-C6142294671A}"/>
                  </a:ext>
                </a:extLst>
              </p:cNvPr>
              <p:cNvSpPr>
                <a:spLocks noChangeArrowheads="1"/>
              </p:cNvSpPr>
              <p:nvPr/>
            </p:nvSpPr>
            <p:spPr bwMode="auto">
              <a:xfrm>
                <a:off x="4600" y="1440"/>
                <a:ext cx="152" cy="144"/>
              </a:xfrm>
              <a:prstGeom prst="ellipse">
                <a:avLst/>
              </a:prstGeom>
              <a:gradFill rotWithShape="0">
                <a:gsLst>
                  <a:gs pos="0">
                    <a:srgbClr val="FFFFFF"/>
                  </a:gs>
                  <a:gs pos="100000">
                    <a:srgbClr val="FFFFFF">
                      <a:gamma/>
                      <a:shade val="46275"/>
                      <a:invGamma/>
                    </a:srgbClr>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86046" name="Line 30">
            <a:extLst>
              <a:ext uri="{FF2B5EF4-FFF2-40B4-BE49-F238E27FC236}">
                <a16:creationId xmlns:a16="http://schemas.microsoft.com/office/drawing/2014/main" id="{62307638-7346-49C5-919A-C594F8E46783}"/>
              </a:ext>
            </a:extLst>
          </p:cNvPr>
          <p:cNvSpPr>
            <a:spLocks noChangeShapeType="1"/>
          </p:cNvSpPr>
          <p:nvPr/>
        </p:nvSpPr>
        <p:spPr bwMode="auto">
          <a:xfrm>
            <a:off x="3086100" y="5029200"/>
            <a:ext cx="609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86047" name="Group 31">
            <a:extLst>
              <a:ext uri="{FF2B5EF4-FFF2-40B4-BE49-F238E27FC236}">
                <a16:creationId xmlns:a16="http://schemas.microsoft.com/office/drawing/2014/main" id="{8958E427-7AA4-4336-8C74-C8F9906554F2}"/>
              </a:ext>
            </a:extLst>
          </p:cNvPr>
          <p:cNvGrpSpPr>
            <a:grpSpLocks/>
          </p:cNvGrpSpPr>
          <p:nvPr/>
        </p:nvGrpSpPr>
        <p:grpSpPr bwMode="auto">
          <a:xfrm>
            <a:off x="4991100" y="3200400"/>
            <a:ext cx="1319213" cy="592138"/>
            <a:chOff x="4848" y="816"/>
            <a:chExt cx="831" cy="373"/>
          </a:xfrm>
        </p:grpSpPr>
        <p:pic>
          <p:nvPicPr>
            <p:cNvPr id="86048" name="Picture 32" descr="HANDRCV1">
              <a:extLst>
                <a:ext uri="{FF2B5EF4-FFF2-40B4-BE49-F238E27FC236}">
                  <a16:creationId xmlns:a16="http://schemas.microsoft.com/office/drawing/2014/main" id="{B405E579-F6ED-4298-BB0D-5943F1B262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8" y="816"/>
              <a:ext cx="831" cy="373"/>
            </a:xfrm>
            <a:prstGeom prst="rect">
              <a:avLst/>
            </a:prstGeom>
            <a:noFill/>
            <a:extLst>
              <a:ext uri="{909E8E84-426E-40DD-AFC4-6F175D3DCCD1}">
                <a14:hiddenFill xmlns:a14="http://schemas.microsoft.com/office/drawing/2010/main">
                  <a:solidFill>
                    <a:srgbClr val="FFFFFF"/>
                  </a:solidFill>
                </a14:hiddenFill>
              </a:ext>
            </a:extLst>
          </p:spPr>
        </p:pic>
        <p:sp>
          <p:nvSpPr>
            <p:cNvPr id="86049" name="Oval 33">
              <a:extLst>
                <a:ext uri="{FF2B5EF4-FFF2-40B4-BE49-F238E27FC236}">
                  <a16:creationId xmlns:a16="http://schemas.microsoft.com/office/drawing/2014/main" id="{9096A71F-CDF1-41DE-884E-49E43A794A4D}"/>
                </a:ext>
              </a:extLst>
            </p:cNvPr>
            <p:cNvSpPr>
              <a:spLocks noChangeArrowheads="1"/>
            </p:cNvSpPr>
            <p:nvPr/>
          </p:nvSpPr>
          <p:spPr bwMode="auto">
            <a:xfrm>
              <a:off x="4888" y="816"/>
              <a:ext cx="152" cy="144"/>
            </a:xfrm>
            <a:prstGeom prst="ellipse">
              <a:avLst/>
            </a:prstGeom>
            <a:gradFill rotWithShape="0">
              <a:gsLst>
                <a:gs pos="0">
                  <a:srgbClr val="FF3300"/>
                </a:gs>
                <a:gs pos="100000">
                  <a:srgbClr val="FF3300">
                    <a:gamma/>
                    <a:shade val="46275"/>
                    <a:invGamma/>
                  </a:srgbClr>
                </a:gs>
              </a:gsLst>
              <a:path path="shape">
                <a:fillToRect l="50000" t="50000" r="50000" b="50000"/>
              </a:path>
            </a:gra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6050" name="Rectangle 34">
            <a:extLst>
              <a:ext uri="{FF2B5EF4-FFF2-40B4-BE49-F238E27FC236}">
                <a16:creationId xmlns:a16="http://schemas.microsoft.com/office/drawing/2014/main" id="{46CC6FC0-8098-4A48-8EA8-E0373562648B}"/>
              </a:ext>
            </a:extLst>
          </p:cNvPr>
          <p:cNvSpPr>
            <a:spLocks noChangeArrowheads="1"/>
          </p:cNvSpPr>
          <p:nvPr/>
        </p:nvSpPr>
        <p:spPr bwMode="auto">
          <a:xfrm>
            <a:off x="2514600" y="4495800"/>
            <a:ext cx="1257300" cy="51911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1">
                <a:latin typeface="Times New Roman" panose="02020603050405020304" pitchFamily="18" charset="0"/>
              </a:rPr>
              <a:t>1</a:t>
            </a:r>
            <a:r>
              <a:rPr kumimoji="1" lang="zh-CN" altLang="en-US" sz="2800" b="1">
                <a:latin typeface="Times New Roman" panose="02020603050405020304" pitchFamily="18" charset="0"/>
              </a:rPr>
              <a:t>红</a:t>
            </a:r>
            <a:r>
              <a:rPr kumimoji="1" lang="en-US" altLang="zh-CN" sz="2800" b="1">
                <a:latin typeface="Times New Roman" panose="02020603050405020304" pitchFamily="18" charset="0"/>
              </a:rPr>
              <a:t>4</a:t>
            </a:r>
            <a:r>
              <a:rPr kumimoji="1" lang="zh-CN" altLang="en-US" sz="2800" b="1">
                <a:latin typeface="Times New Roman" panose="02020603050405020304" pitchFamily="18" charset="0"/>
              </a:rPr>
              <a:t>白</a:t>
            </a:r>
            <a:endParaRPr kumimoji="1" lang="zh-CN" altLang="en-US" sz="3200" b="1">
              <a:latin typeface="Times New Roman" panose="02020603050405020304" pitchFamily="18" charset="0"/>
            </a:endParaRPr>
          </a:p>
        </p:txBody>
      </p:sp>
      <p:grpSp>
        <p:nvGrpSpPr>
          <p:cNvPr id="86051" name="Group 35">
            <a:extLst>
              <a:ext uri="{FF2B5EF4-FFF2-40B4-BE49-F238E27FC236}">
                <a16:creationId xmlns:a16="http://schemas.microsoft.com/office/drawing/2014/main" id="{62194DC9-FC47-47AE-AED3-39606621C459}"/>
              </a:ext>
            </a:extLst>
          </p:cNvPr>
          <p:cNvGrpSpPr>
            <a:grpSpLocks/>
          </p:cNvGrpSpPr>
          <p:nvPr/>
        </p:nvGrpSpPr>
        <p:grpSpPr bwMode="auto">
          <a:xfrm>
            <a:off x="3467100" y="3306763"/>
            <a:ext cx="1676400" cy="731837"/>
            <a:chOff x="2184" y="2083"/>
            <a:chExt cx="1056" cy="461"/>
          </a:xfrm>
        </p:grpSpPr>
        <p:graphicFrame>
          <p:nvGraphicFramePr>
            <p:cNvPr id="86052" name="Object 36">
              <a:extLst>
                <a:ext uri="{FF2B5EF4-FFF2-40B4-BE49-F238E27FC236}">
                  <a16:creationId xmlns:a16="http://schemas.microsoft.com/office/drawing/2014/main" id="{DA9B3001-8A63-4DDB-BFA7-01CC31364810}"/>
                </a:ext>
              </a:extLst>
            </p:cNvPr>
            <p:cNvGraphicFramePr>
              <a:graphicFrameLocks noChangeAspect="1"/>
            </p:cNvGraphicFramePr>
            <p:nvPr/>
          </p:nvGraphicFramePr>
          <p:xfrm>
            <a:off x="2844" y="2092"/>
            <a:ext cx="71" cy="135"/>
          </p:xfrm>
          <a:graphic>
            <a:graphicData uri="http://schemas.openxmlformats.org/presentationml/2006/ole">
              <mc:AlternateContent xmlns:mc="http://schemas.openxmlformats.org/markup-compatibility/2006">
                <mc:Choice xmlns:v="urn:schemas-microsoft-com:vml" Requires="v">
                  <p:oleObj name="公式" r:id="rId3" imgW="114120" imgH="215640" progId="Equation.3">
                    <p:embed/>
                  </p:oleObj>
                </mc:Choice>
                <mc:Fallback>
                  <p:oleObj name="公式" r:id="rId3" imgW="114120" imgH="215640" progId="Equation.3">
                    <p:embed/>
                    <p:pic>
                      <p:nvPicPr>
                        <p:cNvPr id="0" name="Object 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4" y="2092"/>
                          <a:ext cx="71"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53" name="AutoShape 37">
              <a:extLst>
                <a:ext uri="{FF2B5EF4-FFF2-40B4-BE49-F238E27FC236}">
                  <a16:creationId xmlns:a16="http://schemas.microsoft.com/office/drawing/2014/main" id="{D31A250E-A8B7-4CDE-9134-3730FAC1D670}"/>
                </a:ext>
              </a:extLst>
            </p:cNvPr>
            <p:cNvSpPr>
              <a:spLocks noChangeArrowheads="1"/>
            </p:cNvSpPr>
            <p:nvPr/>
          </p:nvSpPr>
          <p:spPr bwMode="auto">
            <a:xfrm rot="-2215889">
              <a:off x="2184" y="2400"/>
              <a:ext cx="1056" cy="144"/>
            </a:xfrm>
            <a:prstGeom prst="leftArrow">
              <a:avLst>
                <a:gd name="adj1" fmla="val 50000"/>
                <a:gd name="adj2" fmla="val 183333"/>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6054" name="Rectangle 38">
              <a:extLst>
                <a:ext uri="{FF2B5EF4-FFF2-40B4-BE49-F238E27FC236}">
                  <a16:creationId xmlns:a16="http://schemas.microsoft.com/office/drawing/2014/main" id="{BD7643CC-37AB-430F-8C21-9FA8228988E6}"/>
                </a:ext>
              </a:extLst>
            </p:cNvPr>
            <p:cNvSpPr>
              <a:spLocks noChangeArrowheads="1"/>
            </p:cNvSpPr>
            <p:nvPr/>
          </p:nvSpPr>
          <p:spPr bwMode="auto">
            <a:xfrm>
              <a:off x="2540" y="2083"/>
              <a:ext cx="244" cy="3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3200" b="1">
                  <a:solidFill>
                    <a:schemeClr val="tx2"/>
                  </a:solidFill>
                  <a:latin typeface="Times New Roman" panose="02020603050405020304" pitchFamily="18" charset="0"/>
                </a:rPr>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86018"/>
                                        </p:tgtEl>
                                        <p:attrNameLst>
                                          <p:attrName>style.visibility</p:attrName>
                                        </p:attrNameLst>
                                      </p:cBhvr>
                                      <p:to>
                                        <p:strVal val="visible"/>
                                      </p:to>
                                    </p:set>
                                    <p:animEffect transition="in" filter="barn(outVertical)">
                                      <p:cBhvr>
                                        <p:cTn id="7" dur="500"/>
                                        <p:tgtEl>
                                          <p:spTgt spid="86018"/>
                                        </p:tgtEl>
                                      </p:cBhvr>
                                    </p:animEffect>
                                  </p:childTnLst>
                                </p:cTn>
                              </p:par>
                            </p:childTnLst>
                          </p:cTn>
                        </p:par>
                        <p:par>
                          <p:cTn id="8" fill="hold" nodeType="afterGroup">
                            <p:stCondLst>
                              <p:cond delay="500"/>
                            </p:stCondLst>
                            <p:childTnLst>
                              <p:par>
                                <p:cTn id="9" presetID="2" presetClass="entr" presetSubtype="2" fill="hold" nodeType="afterEffect">
                                  <p:stCondLst>
                                    <p:cond delay="0"/>
                                  </p:stCondLst>
                                  <p:childTnLst>
                                    <p:set>
                                      <p:cBhvr>
                                        <p:cTn id="10" dur="1" fill="hold">
                                          <p:stCondLst>
                                            <p:cond delay="0"/>
                                          </p:stCondLst>
                                        </p:cTn>
                                        <p:tgtEl>
                                          <p:spTgt spid="86047"/>
                                        </p:tgtEl>
                                        <p:attrNameLst>
                                          <p:attrName>style.visibility</p:attrName>
                                        </p:attrNameLst>
                                      </p:cBhvr>
                                      <p:to>
                                        <p:strVal val="visible"/>
                                      </p:to>
                                    </p:set>
                                    <p:anim calcmode="lin" valueType="num">
                                      <p:cBhvr additive="base">
                                        <p:cTn id="11" dur="500" fill="hold"/>
                                        <p:tgtEl>
                                          <p:spTgt spid="86047"/>
                                        </p:tgtEl>
                                        <p:attrNameLst>
                                          <p:attrName>ppt_x</p:attrName>
                                        </p:attrNameLst>
                                      </p:cBhvr>
                                      <p:tavLst>
                                        <p:tav tm="0">
                                          <p:val>
                                            <p:strVal val="1+#ppt_w/2"/>
                                          </p:val>
                                        </p:tav>
                                        <p:tav tm="100000">
                                          <p:val>
                                            <p:strVal val="#ppt_x"/>
                                          </p:val>
                                        </p:tav>
                                      </p:tavLst>
                                    </p:anim>
                                    <p:anim calcmode="lin" valueType="num">
                                      <p:cBhvr additive="base">
                                        <p:cTn id="12" dur="500" fill="hold"/>
                                        <p:tgtEl>
                                          <p:spTgt spid="86047"/>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2" presetClass="entr" presetSubtype="2" fill="hold" nodeType="afterEffect">
                                  <p:stCondLst>
                                    <p:cond delay="0"/>
                                  </p:stCondLst>
                                  <p:childTnLst>
                                    <p:set>
                                      <p:cBhvr>
                                        <p:cTn id="15" dur="1" fill="hold">
                                          <p:stCondLst>
                                            <p:cond delay="0"/>
                                          </p:stCondLst>
                                        </p:cTn>
                                        <p:tgtEl>
                                          <p:spTgt spid="86051"/>
                                        </p:tgtEl>
                                        <p:attrNameLst>
                                          <p:attrName>style.visibility</p:attrName>
                                        </p:attrNameLst>
                                      </p:cBhvr>
                                      <p:to>
                                        <p:strVal val="visible"/>
                                      </p:to>
                                    </p:set>
                                    <p:anim calcmode="lin" valueType="num">
                                      <p:cBhvr additive="base">
                                        <p:cTn id="16" dur="500" fill="hold"/>
                                        <p:tgtEl>
                                          <p:spTgt spid="86051"/>
                                        </p:tgtEl>
                                        <p:attrNameLst>
                                          <p:attrName>ppt_x</p:attrName>
                                        </p:attrNameLst>
                                      </p:cBhvr>
                                      <p:tavLst>
                                        <p:tav tm="0">
                                          <p:val>
                                            <p:strVal val="1+#ppt_w/2"/>
                                          </p:val>
                                        </p:tav>
                                        <p:tav tm="100000">
                                          <p:val>
                                            <p:strVal val="#ppt_x"/>
                                          </p:val>
                                        </p:tav>
                                      </p:tavLst>
                                    </p:anim>
                                    <p:anim calcmode="lin" valueType="num">
                                      <p:cBhvr additive="base">
                                        <p:cTn id="17" dur="500" fill="hold"/>
                                        <p:tgtEl>
                                          <p:spTgt spid="860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8"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042" name="Object 2">
            <a:extLst>
              <a:ext uri="{FF2B5EF4-FFF2-40B4-BE49-F238E27FC236}">
                <a16:creationId xmlns:a16="http://schemas.microsoft.com/office/drawing/2014/main" id="{5752AD03-BB08-4469-96C1-0E0FC945257E}"/>
              </a:ext>
            </a:extLst>
          </p:cNvPr>
          <p:cNvGraphicFramePr>
            <a:graphicFrameLocks noChangeAspect="1"/>
          </p:cNvGraphicFramePr>
          <p:nvPr/>
        </p:nvGraphicFramePr>
        <p:xfrm>
          <a:off x="328613" y="3563938"/>
          <a:ext cx="3533775" cy="1177925"/>
        </p:xfrm>
        <a:graphic>
          <a:graphicData uri="http://schemas.openxmlformats.org/presentationml/2006/ole">
            <mc:AlternateContent xmlns:mc="http://schemas.openxmlformats.org/markup-compatibility/2006">
              <mc:Choice xmlns:v="urn:schemas-microsoft-com:vml" Requires="v">
                <p:oleObj name="公式" r:id="rId2" imgW="1295280" imgH="431640" progId="Equation.3">
                  <p:embed/>
                </p:oleObj>
              </mc:Choice>
              <mc:Fallback>
                <p:oleObj name="公式" r:id="rId2" imgW="1295280" imgH="43164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13" y="3563938"/>
                        <a:ext cx="3533775" cy="117792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043" name="Rectangle 3">
            <a:extLst>
              <a:ext uri="{FF2B5EF4-FFF2-40B4-BE49-F238E27FC236}">
                <a16:creationId xmlns:a16="http://schemas.microsoft.com/office/drawing/2014/main" id="{BF71681B-8B4F-49DB-9E77-54085741B4C2}"/>
              </a:ext>
            </a:extLst>
          </p:cNvPr>
          <p:cNvSpPr>
            <a:spLocks noChangeArrowheads="1"/>
          </p:cNvSpPr>
          <p:nvPr/>
        </p:nvSpPr>
        <p:spPr bwMode="auto">
          <a:xfrm>
            <a:off x="381000" y="381000"/>
            <a:ext cx="5181600" cy="106680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kumimoji="1" lang="zh-CN" altLang="en-US" sz="3200" b="1">
                <a:latin typeface="Times New Roman" panose="02020603050405020304" pitchFamily="18" charset="0"/>
              </a:rPr>
              <a:t>记 </a:t>
            </a:r>
            <a:r>
              <a:rPr kumimoji="1" lang="zh-CN" altLang="en-US" sz="3200" b="1" i="1">
                <a:latin typeface="Times New Roman" panose="02020603050405020304" pitchFamily="18" charset="0"/>
                <a:sym typeface="Symbol" panose="05050102010706020507" pitchFamily="18" charset="2"/>
              </a:rPr>
              <a:t></a:t>
            </a:r>
            <a:r>
              <a:rPr kumimoji="1" lang="en-US" altLang="zh-CN" sz="3200" b="1" i="1" baseline="-25000">
                <a:latin typeface="Times New Roman" panose="02020603050405020304" pitchFamily="18" charset="0"/>
              </a:rPr>
              <a:t>i </a:t>
            </a:r>
            <a:r>
              <a:rPr kumimoji="1" lang="en-US" altLang="zh-CN" sz="3200" b="1">
                <a:latin typeface="Times New Roman" panose="02020603050405020304" pitchFamily="18" charset="0"/>
              </a:rPr>
              <a:t>={</a:t>
            </a:r>
            <a:r>
              <a:rPr kumimoji="1" lang="zh-CN" altLang="en-US" sz="3200" b="1">
                <a:latin typeface="Times New Roman" panose="02020603050405020304" pitchFamily="18" charset="0"/>
              </a:rPr>
              <a:t>球取自</a:t>
            </a:r>
            <a:r>
              <a:rPr kumimoji="1" lang="en-US" altLang="zh-CN" sz="3200" b="1" i="1">
                <a:latin typeface="Times New Roman" panose="02020603050405020304" pitchFamily="18" charset="0"/>
              </a:rPr>
              <a:t>i</a:t>
            </a:r>
            <a:r>
              <a:rPr kumimoji="1" lang="zh-CN" altLang="en-US" sz="3200" b="1">
                <a:latin typeface="Times New Roman" panose="02020603050405020304" pitchFamily="18" charset="0"/>
              </a:rPr>
              <a:t>号箱</a:t>
            </a:r>
            <a:r>
              <a:rPr kumimoji="1" lang="en-US" altLang="zh-CN" sz="3200" b="1">
                <a:latin typeface="Times New Roman" panose="02020603050405020304" pitchFamily="18" charset="0"/>
              </a:rPr>
              <a:t>}, </a:t>
            </a:r>
            <a:r>
              <a:rPr kumimoji="1" lang="en-US" altLang="zh-CN" sz="2800" b="1" i="1">
                <a:latin typeface="Times New Roman" panose="02020603050405020304" pitchFamily="18" charset="0"/>
              </a:rPr>
              <a:t>i </a:t>
            </a:r>
            <a:r>
              <a:rPr kumimoji="1" lang="en-US" altLang="zh-CN" sz="2800" b="1">
                <a:latin typeface="Times New Roman" panose="02020603050405020304" pitchFamily="18" charset="0"/>
              </a:rPr>
              <a:t>=1,2,3</a:t>
            </a:r>
            <a:endParaRPr kumimoji="1" lang="en-US" altLang="zh-CN" sz="3200" b="1">
              <a:latin typeface="Times New Roman" panose="02020603050405020304" pitchFamily="18" charset="0"/>
            </a:endParaRPr>
          </a:p>
          <a:p>
            <a:pPr eaLnBrk="0" hangingPunct="0"/>
            <a:r>
              <a:rPr kumimoji="1" lang="en-US" altLang="zh-CN" sz="3200" b="1">
                <a:latin typeface="Times New Roman" panose="02020603050405020304" pitchFamily="18" charset="0"/>
              </a:rPr>
              <a:t>     </a:t>
            </a:r>
            <a:r>
              <a:rPr kumimoji="1" lang="en-US" altLang="zh-CN" sz="3200" b="1" i="1">
                <a:latin typeface="Times New Roman" panose="02020603050405020304" pitchFamily="18" charset="0"/>
              </a:rPr>
              <a:t> </a:t>
            </a:r>
            <a:r>
              <a:rPr kumimoji="1" lang="en-US" altLang="zh-CN" sz="3200" b="1" i="1">
                <a:latin typeface="Times New Roman" panose="02020603050405020304" pitchFamily="18" charset="0"/>
                <a:sym typeface="Symbol" panose="05050102010706020507" pitchFamily="18" charset="2"/>
              </a:rPr>
              <a:t>x</a:t>
            </a:r>
            <a:r>
              <a:rPr kumimoji="1" lang="en-US" altLang="zh-CN" sz="3200" b="1">
                <a:latin typeface="Times New Roman" panose="02020603050405020304" pitchFamily="18" charset="0"/>
              </a:rPr>
              <a:t> ={</a:t>
            </a:r>
            <a:r>
              <a:rPr kumimoji="1" lang="zh-CN" altLang="en-US" sz="3200" b="1">
                <a:latin typeface="Times New Roman" panose="02020603050405020304" pitchFamily="18" charset="0"/>
              </a:rPr>
              <a:t>取得红球</a:t>
            </a:r>
            <a:r>
              <a:rPr kumimoji="1" lang="en-US" altLang="zh-CN" sz="3200" b="1">
                <a:latin typeface="Times New Roman" panose="02020603050405020304" pitchFamily="18" charset="0"/>
              </a:rPr>
              <a:t>}</a:t>
            </a:r>
          </a:p>
        </p:txBody>
      </p:sp>
      <p:sp>
        <p:nvSpPr>
          <p:cNvPr id="87044" name="Rectangle 4">
            <a:extLst>
              <a:ext uri="{FF2B5EF4-FFF2-40B4-BE49-F238E27FC236}">
                <a16:creationId xmlns:a16="http://schemas.microsoft.com/office/drawing/2014/main" id="{12391CF6-D734-4DC3-AADB-9ABC265E5482}"/>
              </a:ext>
            </a:extLst>
          </p:cNvPr>
          <p:cNvSpPr>
            <a:spLocks noChangeArrowheads="1"/>
          </p:cNvSpPr>
          <p:nvPr/>
        </p:nvSpPr>
        <p:spPr bwMode="auto">
          <a:xfrm>
            <a:off x="3681413" y="914400"/>
            <a:ext cx="1825625" cy="579438"/>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zh-CN" altLang="zh-CN" sz="3200" b="1">
                <a:solidFill>
                  <a:srgbClr val="000000"/>
                </a:solidFill>
                <a:latin typeface="Times New Roman" panose="02020603050405020304" pitchFamily="18" charset="0"/>
              </a:rPr>
              <a:t>求</a:t>
            </a:r>
            <a:r>
              <a:rPr kumimoji="1" lang="zh-CN" altLang="en-US" sz="3200" b="1" i="1">
                <a:solidFill>
                  <a:srgbClr val="000000"/>
                </a:solidFill>
                <a:latin typeface="Times New Roman" panose="02020603050405020304" pitchFamily="18" charset="0"/>
                <a:sym typeface="Symbol" panose="05050102010706020507" pitchFamily="18" charset="2"/>
              </a:rPr>
              <a:t> </a:t>
            </a:r>
            <a:r>
              <a:rPr kumimoji="1" lang="en-US" altLang="zh-CN" sz="3200" b="1">
                <a:solidFill>
                  <a:srgbClr val="000000"/>
                </a:solidFill>
                <a:latin typeface="Times New Roman" panose="02020603050405020304" pitchFamily="18" charset="0"/>
              </a:rPr>
              <a:t>(</a:t>
            </a:r>
            <a:r>
              <a:rPr kumimoji="1" lang="en-US" altLang="zh-CN" sz="3200" b="1" i="1">
                <a:solidFill>
                  <a:srgbClr val="000000"/>
                </a:solidFill>
                <a:latin typeface="Times New Roman" panose="02020603050405020304" pitchFamily="18" charset="0"/>
                <a:sym typeface="Symbol" panose="05050102010706020507" pitchFamily="18" charset="2"/>
              </a:rPr>
              <a:t></a:t>
            </a:r>
            <a:r>
              <a:rPr kumimoji="1" lang="en-US" altLang="zh-CN" sz="3200" b="1" baseline="-25000">
                <a:solidFill>
                  <a:srgbClr val="000000"/>
                </a:solidFill>
                <a:latin typeface="Times New Roman" panose="02020603050405020304" pitchFamily="18" charset="0"/>
              </a:rPr>
              <a:t>1</a:t>
            </a:r>
            <a:r>
              <a:rPr kumimoji="1" lang="en-US" altLang="zh-CN" sz="3200" b="1">
                <a:solidFill>
                  <a:srgbClr val="000000"/>
                </a:solidFill>
                <a:latin typeface="Times New Roman" panose="02020603050405020304" pitchFamily="18" charset="0"/>
              </a:rPr>
              <a:t>|</a:t>
            </a:r>
            <a:r>
              <a:rPr kumimoji="1" lang="en-US" altLang="zh-CN" sz="3200" b="1" i="1">
                <a:solidFill>
                  <a:srgbClr val="000000"/>
                </a:solidFill>
                <a:latin typeface="Times New Roman" panose="02020603050405020304" pitchFamily="18" charset="0"/>
              </a:rPr>
              <a:t>x</a:t>
            </a:r>
            <a:r>
              <a:rPr kumimoji="1" lang="en-US" altLang="zh-CN" sz="3200" b="1">
                <a:solidFill>
                  <a:srgbClr val="000000"/>
                </a:solidFill>
                <a:latin typeface="Times New Roman" panose="02020603050405020304" pitchFamily="18" charset="0"/>
              </a:rPr>
              <a:t>)</a:t>
            </a:r>
          </a:p>
        </p:txBody>
      </p:sp>
      <p:graphicFrame>
        <p:nvGraphicFramePr>
          <p:cNvPr id="87045" name="Object 5">
            <a:extLst>
              <a:ext uri="{FF2B5EF4-FFF2-40B4-BE49-F238E27FC236}">
                <a16:creationId xmlns:a16="http://schemas.microsoft.com/office/drawing/2014/main" id="{2B4FA0FF-5D9E-4F8B-AA10-53AAA1590A9C}"/>
              </a:ext>
            </a:extLst>
          </p:cNvPr>
          <p:cNvGraphicFramePr>
            <a:graphicFrameLocks noChangeAspect="1"/>
          </p:cNvGraphicFramePr>
          <p:nvPr/>
        </p:nvGraphicFramePr>
        <p:xfrm>
          <a:off x="1014413" y="4724400"/>
          <a:ext cx="7443787" cy="1096963"/>
        </p:xfrm>
        <a:graphic>
          <a:graphicData uri="http://schemas.openxmlformats.org/presentationml/2006/ole">
            <mc:AlternateContent xmlns:mc="http://schemas.openxmlformats.org/markup-compatibility/2006">
              <mc:Choice xmlns:v="urn:schemas-microsoft-com:vml" Requires="v">
                <p:oleObj name="公式" r:id="rId4" imgW="3314520" imgH="444240" progId="Equation.3">
                  <p:embed/>
                </p:oleObj>
              </mc:Choice>
              <mc:Fallback>
                <p:oleObj name="公式" r:id="rId4" imgW="3314520" imgH="44424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4413" y="4724400"/>
                        <a:ext cx="7443787" cy="1096963"/>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7046" name="Group 6">
            <a:extLst>
              <a:ext uri="{FF2B5EF4-FFF2-40B4-BE49-F238E27FC236}">
                <a16:creationId xmlns:a16="http://schemas.microsoft.com/office/drawing/2014/main" id="{4C363C68-A446-4918-8837-9666FA70F570}"/>
              </a:ext>
            </a:extLst>
          </p:cNvPr>
          <p:cNvGrpSpPr>
            <a:grpSpLocks/>
          </p:cNvGrpSpPr>
          <p:nvPr/>
        </p:nvGrpSpPr>
        <p:grpSpPr bwMode="auto">
          <a:xfrm>
            <a:off x="5105400" y="228600"/>
            <a:ext cx="3795713" cy="2514600"/>
            <a:chOff x="3369" y="192"/>
            <a:chExt cx="2391" cy="1584"/>
          </a:xfrm>
        </p:grpSpPr>
        <p:sp>
          <p:nvSpPr>
            <p:cNvPr id="87047" name="Rectangle 7">
              <a:extLst>
                <a:ext uri="{FF2B5EF4-FFF2-40B4-BE49-F238E27FC236}">
                  <a16:creationId xmlns:a16="http://schemas.microsoft.com/office/drawing/2014/main" id="{385FF439-0200-4B35-8F2D-2FE023A3612F}"/>
                </a:ext>
              </a:extLst>
            </p:cNvPr>
            <p:cNvSpPr>
              <a:spLocks noChangeArrowheads="1"/>
            </p:cNvSpPr>
            <p:nvPr/>
          </p:nvSpPr>
          <p:spPr bwMode="auto">
            <a:xfrm>
              <a:off x="3537" y="1440"/>
              <a:ext cx="384" cy="3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kumimoji="1" lang="en-US" altLang="zh-CN" sz="3200" b="1">
                  <a:latin typeface="Times New Roman" panose="02020603050405020304" pitchFamily="18" charset="0"/>
                </a:rPr>
                <a:t>1</a:t>
              </a:r>
            </a:p>
          </p:txBody>
        </p:sp>
        <p:sp>
          <p:nvSpPr>
            <p:cNvPr id="87048" name="Line 8">
              <a:extLst>
                <a:ext uri="{FF2B5EF4-FFF2-40B4-BE49-F238E27FC236}">
                  <a16:creationId xmlns:a16="http://schemas.microsoft.com/office/drawing/2014/main" id="{58824CC6-363D-42EF-A71E-218BF4D213AD}"/>
                </a:ext>
              </a:extLst>
            </p:cNvPr>
            <p:cNvSpPr>
              <a:spLocks noChangeShapeType="1"/>
            </p:cNvSpPr>
            <p:nvPr/>
          </p:nvSpPr>
          <p:spPr bwMode="auto">
            <a:xfrm flipV="1">
              <a:off x="3537" y="1344"/>
              <a:ext cx="192"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7049" name="Line 9">
              <a:extLst>
                <a:ext uri="{FF2B5EF4-FFF2-40B4-BE49-F238E27FC236}">
                  <a16:creationId xmlns:a16="http://schemas.microsoft.com/office/drawing/2014/main" id="{41297E5B-E233-4AEE-861F-D00F3517D67A}"/>
                </a:ext>
              </a:extLst>
            </p:cNvPr>
            <p:cNvSpPr>
              <a:spLocks noChangeShapeType="1"/>
            </p:cNvSpPr>
            <p:nvPr/>
          </p:nvSpPr>
          <p:spPr bwMode="auto">
            <a:xfrm flipV="1">
              <a:off x="3921" y="1344"/>
              <a:ext cx="192"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7050" name="Line 10">
              <a:extLst>
                <a:ext uri="{FF2B5EF4-FFF2-40B4-BE49-F238E27FC236}">
                  <a16:creationId xmlns:a16="http://schemas.microsoft.com/office/drawing/2014/main" id="{D7F571FE-BF15-4313-9330-C479C11C49A6}"/>
                </a:ext>
              </a:extLst>
            </p:cNvPr>
            <p:cNvSpPr>
              <a:spLocks noChangeShapeType="1"/>
            </p:cNvSpPr>
            <p:nvPr/>
          </p:nvSpPr>
          <p:spPr bwMode="auto">
            <a:xfrm flipV="1">
              <a:off x="3921" y="1680"/>
              <a:ext cx="192"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87051" name="Group 11">
              <a:extLst>
                <a:ext uri="{FF2B5EF4-FFF2-40B4-BE49-F238E27FC236}">
                  <a16:creationId xmlns:a16="http://schemas.microsoft.com/office/drawing/2014/main" id="{E12D210D-367B-4870-B496-B68E4B1A6331}"/>
                </a:ext>
              </a:extLst>
            </p:cNvPr>
            <p:cNvGrpSpPr>
              <a:grpSpLocks/>
            </p:cNvGrpSpPr>
            <p:nvPr/>
          </p:nvGrpSpPr>
          <p:grpSpPr bwMode="auto">
            <a:xfrm>
              <a:off x="4113" y="1056"/>
              <a:ext cx="1584" cy="720"/>
              <a:chOff x="4032" y="1680"/>
              <a:chExt cx="1584" cy="720"/>
            </a:xfrm>
          </p:grpSpPr>
          <p:sp>
            <p:nvSpPr>
              <p:cNvPr id="87052" name="Line 12">
                <a:extLst>
                  <a:ext uri="{FF2B5EF4-FFF2-40B4-BE49-F238E27FC236}">
                    <a16:creationId xmlns:a16="http://schemas.microsoft.com/office/drawing/2014/main" id="{797D1DD4-710A-48D2-B224-412090D2E2D5}"/>
                  </a:ext>
                </a:extLst>
              </p:cNvPr>
              <p:cNvSpPr>
                <a:spLocks noChangeShapeType="1"/>
              </p:cNvSpPr>
              <p:nvPr/>
            </p:nvSpPr>
            <p:spPr bwMode="auto">
              <a:xfrm>
                <a:off x="4032" y="1968"/>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7053" name="Rectangle 13">
                <a:extLst>
                  <a:ext uri="{FF2B5EF4-FFF2-40B4-BE49-F238E27FC236}">
                    <a16:creationId xmlns:a16="http://schemas.microsoft.com/office/drawing/2014/main" id="{58B5721B-27FC-4C68-83AF-0B4B56187D9E}"/>
                  </a:ext>
                </a:extLst>
              </p:cNvPr>
              <p:cNvSpPr>
                <a:spLocks noChangeArrowheads="1"/>
              </p:cNvSpPr>
              <p:nvPr/>
            </p:nvSpPr>
            <p:spPr bwMode="auto">
              <a:xfrm>
                <a:off x="4176" y="2064"/>
                <a:ext cx="384" cy="3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kumimoji="1" lang="en-US" altLang="zh-CN" sz="3200" b="1">
                    <a:latin typeface="Times New Roman" panose="02020603050405020304" pitchFamily="18" charset="0"/>
                  </a:rPr>
                  <a:t>2</a:t>
                </a:r>
              </a:p>
            </p:txBody>
          </p:sp>
          <p:sp>
            <p:nvSpPr>
              <p:cNvPr id="87054" name="Line 14">
                <a:extLst>
                  <a:ext uri="{FF2B5EF4-FFF2-40B4-BE49-F238E27FC236}">
                    <a16:creationId xmlns:a16="http://schemas.microsoft.com/office/drawing/2014/main" id="{3C7C30D7-04C8-4EF0-AA76-3E09516D6A01}"/>
                  </a:ext>
                </a:extLst>
              </p:cNvPr>
              <p:cNvSpPr>
                <a:spLocks noChangeShapeType="1"/>
              </p:cNvSpPr>
              <p:nvPr/>
            </p:nvSpPr>
            <p:spPr bwMode="auto">
              <a:xfrm flipV="1">
                <a:off x="4176" y="1968"/>
                <a:ext cx="192"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7055" name="Line 15">
                <a:extLst>
                  <a:ext uri="{FF2B5EF4-FFF2-40B4-BE49-F238E27FC236}">
                    <a16:creationId xmlns:a16="http://schemas.microsoft.com/office/drawing/2014/main" id="{151320A0-DCE5-4968-98AD-F2AFD138760E}"/>
                  </a:ext>
                </a:extLst>
              </p:cNvPr>
              <p:cNvSpPr>
                <a:spLocks noChangeShapeType="1"/>
              </p:cNvSpPr>
              <p:nvPr/>
            </p:nvSpPr>
            <p:spPr bwMode="auto">
              <a:xfrm flipV="1">
                <a:off x="4560" y="1968"/>
                <a:ext cx="192"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7056" name="Line 16">
                <a:extLst>
                  <a:ext uri="{FF2B5EF4-FFF2-40B4-BE49-F238E27FC236}">
                    <a16:creationId xmlns:a16="http://schemas.microsoft.com/office/drawing/2014/main" id="{F506ADBB-04A9-416F-B11F-4C53F654BBE1}"/>
                  </a:ext>
                </a:extLst>
              </p:cNvPr>
              <p:cNvSpPr>
                <a:spLocks noChangeShapeType="1"/>
              </p:cNvSpPr>
              <p:nvPr/>
            </p:nvSpPr>
            <p:spPr bwMode="auto">
              <a:xfrm flipV="1">
                <a:off x="4560" y="2304"/>
                <a:ext cx="192"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7057" name="Line 17">
                <a:extLst>
                  <a:ext uri="{FF2B5EF4-FFF2-40B4-BE49-F238E27FC236}">
                    <a16:creationId xmlns:a16="http://schemas.microsoft.com/office/drawing/2014/main" id="{FFB5F134-7B2B-4703-90D1-141EAA145EFD}"/>
                  </a:ext>
                </a:extLst>
              </p:cNvPr>
              <p:cNvSpPr>
                <a:spLocks noChangeShapeType="1"/>
              </p:cNvSpPr>
              <p:nvPr/>
            </p:nvSpPr>
            <p:spPr bwMode="auto">
              <a:xfrm>
                <a:off x="4752" y="1968"/>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7058" name="Rectangle 18">
                <a:extLst>
                  <a:ext uri="{FF2B5EF4-FFF2-40B4-BE49-F238E27FC236}">
                    <a16:creationId xmlns:a16="http://schemas.microsoft.com/office/drawing/2014/main" id="{60CE91B5-9CF1-493C-82BF-F7BA1A9B99C8}"/>
                  </a:ext>
                </a:extLst>
              </p:cNvPr>
              <p:cNvSpPr>
                <a:spLocks noChangeArrowheads="1"/>
              </p:cNvSpPr>
              <p:nvPr/>
            </p:nvSpPr>
            <p:spPr bwMode="auto">
              <a:xfrm>
                <a:off x="4944" y="2064"/>
                <a:ext cx="384" cy="3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kumimoji="1" lang="en-US" altLang="zh-CN" sz="3200" b="1">
                    <a:latin typeface="Times New Roman" panose="02020603050405020304" pitchFamily="18" charset="0"/>
                  </a:rPr>
                  <a:t>3</a:t>
                </a:r>
              </a:p>
            </p:txBody>
          </p:sp>
          <p:sp>
            <p:nvSpPr>
              <p:cNvPr id="87059" name="Line 19">
                <a:extLst>
                  <a:ext uri="{FF2B5EF4-FFF2-40B4-BE49-F238E27FC236}">
                    <a16:creationId xmlns:a16="http://schemas.microsoft.com/office/drawing/2014/main" id="{2E05A446-7E46-47DF-998A-39053B4A0F1A}"/>
                  </a:ext>
                </a:extLst>
              </p:cNvPr>
              <p:cNvSpPr>
                <a:spLocks noChangeShapeType="1"/>
              </p:cNvSpPr>
              <p:nvPr/>
            </p:nvSpPr>
            <p:spPr bwMode="auto">
              <a:xfrm flipV="1">
                <a:off x="4944" y="1968"/>
                <a:ext cx="192"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7060" name="Line 20">
                <a:extLst>
                  <a:ext uri="{FF2B5EF4-FFF2-40B4-BE49-F238E27FC236}">
                    <a16:creationId xmlns:a16="http://schemas.microsoft.com/office/drawing/2014/main" id="{88DF7129-4063-4137-A9D2-BE2D75B178E3}"/>
                  </a:ext>
                </a:extLst>
              </p:cNvPr>
              <p:cNvSpPr>
                <a:spLocks noChangeShapeType="1"/>
              </p:cNvSpPr>
              <p:nvPr/>
            </p:nvSpPr>
            <p:spPr bwMode="auto">
              <a:xfrm flipV="1">
                <a:off x="5328" y="1968"/>
                <a:ext cx="192"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7061" name="Line 21">
                <a:extLst>
                  <a:ext uri="{FF2B5EF4-FFF2-40B4-BE49-F238E27FC236}">
                    <a16:creationId xmlns:a16="http://schemas.microsoft.com/office/drawing/2014/main" id="{F1A33FE7-C899-49FA-AA6B-BCB4028CD5FB}"/>
                  </a:ext>
                </a:extLst>
              </p:cNvPr>
              <p:cNvSpPr>
                <a:spLocks noChangeShapeType="1"/>
              </p:cNvSpPr>
              <p:nvPr/>
            </p:nvSpPr>
            <p:spPr bwMode="auto">
              <a:xfrm>
                <a:off x="5136" y="1968"/>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7062" name="Line 22">
                <a:extLst>
                  <a:ext uri="{FF2B5EF4-FFF2-40B4-BE49-F238E27FC236}">
                    <a16:creationId xmlns:a16="http://schemas.microsoft.com/office/drawing/2014/main" id="{FC2014CA-FC8E-49B6-AE89-1927FE55E82A}"/>
                  </a:ext>
                </a:extLst>
              </p:cNvPr>
              <p:cNvSpPr>
                <a:spLocks noChangeShapeType="1"/>
              </p:cNvSpPr>
              <p:nvPr/>
            </p:nvSpPr>
            <p:spPr bwMode="auto">
              <a:xfrm flipV="1">
                <a:off x="5328" y="2304"/>
                <a:ext cx="192"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7063" name="Line 23">
                <a:extLst>
                  <a:ext uri="{FF2B5EF4-FFF2-40B4-BE49-F238E27FC236}">
                    <a16:creationId xmlns:a16="http://schemas.microsoft.com/office/drawing/2014/main" id="{F4268433-F8A5-4C0A-9FA8-3C89ED01109A}"/>
                  </a:ext>
                </a:extLst>
              </p:cNvPr>
              <p:cNvSpPr>
                <a:spLocks noChangeShapeType="1"/>
              </p:cNvSpPr>
              <p:nvPr/>
            </p:nvSpPr>
            <p:spPr bwMode="auto">
              <a:xfrm>
                <a:off x="5520" y="1968"/>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7064" name="Oval 24">
                <a:extLst>
                  <a:ext uri="{FF2B5EF4-FFF2-40B4-BE49-F238E27FC236}">
                    <a16:creationId xmlns:a16="http://schemas.microsoft.com/office/drawing/2014/main" id="{801545B2-12EE-4818-8978-31E4F5F696BF}"/>
                  </a:ext>
                </a:extLst>
              </p:cNvPr>
              <p:cNvSpPr>
                <a:spLocks noChangeArrowheads="1"/>
              </p:cNvSpPr>
              <p:nvPr/>
            </p:nvSpPr>
            <p:spPr bwMode="auto">
              <a:xfrm>
                <a:off x="5088" y="1728"/>
                <a:ext cx="152" cy="144"/>
              </a:xfrm>
              <a:prstGeom prst="ellipse">
                <a:avLst/>
              </a:prstGeom>
              <a:solidFill>
                <a:schemeClr val="accent2"/>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5" name="Oval 25">
                <a:extLst>
                  <a:ext uri="{FF2B5EF4-FFF2-40B4-BE49-F238E27FC236}">
                    <a16:creationId xmlns:a16="http://schemas.microsoft.com/office/drawing/2014/main" id="{84CF6519-448F-4877-BAE1-7863D95A59D5}"/>
                  </a:ext>
                </a:extLst>
              </p:cNvPr>
              <p:cNvSpPr>
                <a:spLocks noChangeArrowheads="1"/>
              </p:cNvSpPr>
              <p:nvPr/>
            </p:nvSpPr>
            <p:spPr bwMode="auto">
              <a:xfrm>
                <a:off x="5272" y="1728"/>
                <a:ext cx="152" cy="144"/>
              </a:xfrm>
              <a:prstGeom prst="ellipse">
                <a:avLst/>
              </a:prstGeom>
              <a:solidFill>
                <a:schemeClr val="accent2"/>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6" name="Oval 26">
                <a:extLst>
                  <a:ext uri="{FF2B5EF4-FFF2-40B4-BE49-F238E27FC236}">
                    <a16:creationId xmlns:a16="http://schemas.microsoft.com/office/drawing/2014/main" id="{2CBF8F6D-DEA8-4BA6-ADA0-652DD64F48EF}"/>
                  </a:ext>
                </a:extLst>
              </p:cNvPr>
              <p:cNvSpPr>
                <a:spLocks noChangeArrowheads="1"/>
              </p:cNvSpPr>
              <p:nvPr/>
            </p:nvSpPr>
            <p:spPr bwMode="auto">
              <a:xfrm>
                <a:off x="5464" y="1728"/>
                <a:ext cx="152" cy="144"/>
              </a:xfrm>
              <a:prstGeom prst="ellipse">
                <a:avLst/>
              </a:prstGeom>
              <a:solidFill>
                <a:schemeClr val="accent2"/>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7067" name="Group 27">
                <a:extLst>
                  <a:ext uri="{FF2B5EF4-FFF2-40B4-BE49-F238E27FC236}">
                    <a16:creationId xmlns:a16="http://schemas.microsoft.com/office/drawing/2014/main" id="{FD2A2DEA-7426-4617-84D2-0A87E53EAD94}"/>
                  </a:ext>
                </a:extLst>
              </p:cNvPr>
              <p:cNvGrpSpPr>
                <a:grpSpLocks/>
              </p:cNvGrpSpPr>
              <p:nvPr/>
            </p:nvGrpSpPr>
            <p:grpSpPr bwMode="auto">
              <a:xfrm>
                <a:off x="4312" y="1680"/>
                <a:ext cx="536" cy="288"/>
                <a:chOff x="4216" y="1440"/>
                <a:chExt cx="536" cy="288"/>
              </a:xfrm>
            </p:grpSpPr>
            <p:sp>
              <p:nvSpPr>
                <p:cNvPr id="87068" name="Line 28">
                  <a:extLst>
                    <a:ext uri="{FF2B5EF4-FFF2-40B4-BE49-F238E27FC236}">
                      <a16:creationId xmlns:a16="http://schemas.microsoft.com/office/drawing/2014/main" id="{F3A7CED7-F56B-4DAB-80A8-784385D07C1E}"/>
                    </a:ext>
                  </a:extLst>
                </p:cNvPr>
                <p:cNvSpPr>
                  <a:spLocks noChangeShapeType="1"/>
                </p:cNvSpPr>
                <p:nvPr/>
              </p:nvSpPr>
              <p:spPr bwMode="auto">
                <a:xfrm>
                  <a:off x="4272" y="1728"/>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7069" name="Oval 29">
                  <a:extLst>
                    <a:ext uri="{FF2B5EF4-FFF2-40B4-BE49-F238E27FC236}">
                      <a16:creationId xmlns:a16="http://schemas.microsoft.com/office/drawing/2014/main" id="{C39AE8EA-1856-49C5-8BAD-0314E0DBC79C}"/>
                    </a:ext>
                  </a:extLst>
                </p:cNvPr>
                <p:cNvSpPr>
                  <a:spLocks noChangeArrowheads="1"/>
                </p:cNvSpPr>
                <p:nvPr/>
              </p:nvSpPr>
              <p:spPr bwMode="auto">
                <a:xfrm>
                  <a:off x="4216" y="1440"/>
                  <a:ext cx="152" cy="144"/>
                </a:xfrm>
                <a:prstGeom prst="ellipse">
                  <a:avLst/>
                </a:prstGeom>
                <a:solidFill>
                  <a:schemeClr val="accent2"/>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0" name="Oval 30">
                  <a:extLst>
                    <a:ext uri="{FF2B5EF4-FFF2-40B4-BE49-F238E27FC236}">
                      <a16:creationId xmlns:a16="http://schemas.microsoft.com/office/drawing/2014/main" id="{78636C3F-452B-42B8-A1C4-AD82F78C95F4}"/>
                    </a:ext>
                  </a:extLst>
                </p:cNvPr>
                <p:cNvSpPr>
                  <a:spLocks noChangeArrowheads="1"/>
                </p:cNvSpPr>
                <p:nvPr/>
              </p:nvSpPr>
              <p:spPr bwMode="auto">
                <a:xfrm>
                  <a:off x="4408" y="1440"/>
                  <a:ext cx="152" cy="144"/>
                </a:xfrm>
                <a:prstGeom prst="ellipse">
                  <a:avLst/>
                </a:prstGeom>
                <a:solidFill>
                  <a:schemeClr val="accent2"/>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1" name="Oval 31">
                  <a:extLst>
                    <a:ext uri="{FF2B5EF4-FFF2-40B4-BE49-F238E27FC236}">
                      <a16:creationId xmlns:a16="http://schemas.microsoft.com/office/drawing/2014/main" id="{090D46C4-9F8F-437F-A0D4-B553BFA49B3B}"/>
                    </a:ext>
                  </a:extLst>
                </p:cNvPr>
                <p:cNvSpPr>
                  <a:spLocks noChangeArrowheads="1"/>
                </p:cNvSpPr>
                <p:nvPr/>
              </p:nvSpPr>
              <p:spPr bwMode="auto">
                <a:xfrm>
                  <a:off x="4504" y="1584"/>
                  <a:ext cx="152" cy="144"/>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2" name="Oval 32">
                  <a:extLst>
                    <a:ext uri="{FF2B5EF4-FFF2-40B4-BE49-F238E27FC236}">
                      <a16:creationId xmlns:a16="http://schemas.microsoft.com/office/drawing/2014/main" id="{E43A8F74-911D-45A9-B498-975D135DF4B7}"/>
                    </a:ext>
                  </a:extLst>
                </p:cNvPr>
                <p:cNvSpPr>
                  <a:spLocks noChangeArrowheads="1"/>
                </p:cNvSpPr>
                <p:nvPr/>
              </p:nvSpPr>
              <p:spPr bwMode="auto">
                <a:xfrm>
                  <a:off x="4320" y="1584"/>
                  <a:ext cx="152" cy="144"/>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3" name="Oval 33">
                  <a:extLst>
                    <a:ext uri="{FF2B5EF4-FFF2-40B4-BE49-F238E27FC236}">
                      <a16:creationId xmlns:a16="http://schemas.microsoft.com/office/drawing/2014/main" id="{0F3AEC8F-F71C-43FE-8C7B-FD05A28C6104}"/>
                    </a:ext>
                  </a:extLst>
                </p:cNvPr>
                <p:cNvSpPr>
                  <a:spLocks noChangeArrowheads="1"/>
                </p:cNvSpPr>
                <p:nvPr/>
              </p:nvSpPr>
              <p:spPr bwMode="auto">
                <a:xfrm>
                  <a:off x="4600" y="1440"/>
                  <a:ext cx="152" cy="144"/>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87074" name="Line 34">
              <a:extLst>
                <a:ext uri="{FF2B5EF4-FFF2-40B4-BE49-F238E27FC236}">
                  <a16:creationId xmlns:a16="http://schemas.microsoft.com/office/drawing/2014/main" id="{57E2D00C-47A2-449E-81BD-49B844BD2172}"/>
                </a:ext>
              </a:extLst>
            </p:cNvPr>
            <p:cNvSpPr>
              <a:spLocks noChangeShapeType="1"/>
            </p:cNvSpPr>
            <p:nvPr/>
          </p:nvSpPr>
          <p:spPr bwMode="auto">
            <a:xfrm>
              <a:off x="3729" y="1344"/>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87075" name="Group 35">
              <a:extLst>
                <a:ext uri="{FF2B5EF4-FFF2-40B4-BE49-F238E27FC236}">
                  <a16:creationId xmlns:a16="http://schemas.microsoft.com/office/drawing/2014/main" id="{53FB7E96-BC82-4AEF-8AEB-E325A205C976}"/>
                </a:ext>
              </a:extLst>
            </p:cNvPr>
            <p:cNvGrpSpPr>
              <a:grpSpLocks/>
            </p:cNvGrpSpPr>
            <p:nvPr/>
          </p:nvGrpSpPr>
          <p:grpSpPr bwMode="auto">
            <a:xfrm>
              <a:off x="4929" y="192"/>
              <a:ext cx="831" cy="373"/>
              <a:chOff x="4848" y="816"/>
              <a:chExt cx="831" cy="373"/>
            </a:xfrm>
          </p:grpSpPr>
          <p:pic>
            <p:nvPicPr>
              <p:cNvPr id="87076" name="Picture 36" descr="HANDRCV1">
                <a:extLst>
                  <a:ext uri="{FF2B5EF4-FFF2-40B4-BE49-F238E27FC236}">
                    <a16:creationId xmlns:a16="http://schemas.microsoft.com/office/drawing/2014/main" id="{FE2B6B75-3BC9-4B59-ABBE-FD1509FC029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48" y="816"/>
                <a:ext cx="831" cy="373"/>
              </a:xfrm>
              <a:prstGeom prst="rect">
                <a:avLst/>
              </a:prstGeom>
              <a:solidFill>
                <a:schemeClr val="accent2"/>
              </a:solidFill>
            </p:spPr>
          </p:pic>
          <p:sp>
            <p:nvSpPr>
              <p:cNvPr id="87077" name="Oval 37">
                <a:extLst>
                  <a:ext uri="{FF2B5EF4-FFF2-40B4-BE49-F238E27FC236}">
                    <a16:creationId xmlns:a16="http://schemas.microsoft.com/office/drawing/2014/main" id="{92E55532-942C-4FAD-A8DD-6C1A10A7EB2D}"/>
                  </a:ext>
                </a:extLst>
              </p:cNvPr>
              <p:cNvSpPr>
                <a:spLocks noChangeArrowheads="1"/>
              </p:cNvSpPr>
              <p:nvPr/>
            </p:nvSpPr>
            <p:spPr bwMode="auto">
              <a:xfrm>
                <a:off x="4888" y="816"/>
                <a:ext cx="152" cy="144"/>
              </a:xfrm>
              <a:prstGeom prst="ellipse">
                <a:avLst/>
              </a:prstGeom>
              <a:solidFill>
                <a:schemeClr val="accent2"/>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7078" name="Rectangle 38">
              <a:extLst>
                <a:ext uri="{FF2B5EF4-FFF2-40B4-BE49-F238E27FC236}">
                  <a16:creationId xmlns:a16="http://schemas.microsoft.com/office/drawing/2014/main" id="{570DD65C-830D-420A-9A44-C9F126552977}"/>
                </a:ext>
              </a:extLst>
            </p:cNvPr>
            <p:cNvSpPr>
              <a:spLocks noChangeArrowheads="1"/>
            </p:cNvSpPr>
            <p:nvPr/>
          </p:nvSpPr>
          <p:spPr bwMode="auto">
            <a:xfrm>
              <a:off x="3369" y="1008"/>
              <a:ext cx="792" cy="327"/>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1">
                  <a:latin typeface="Times New Roman" panose="02020603050405020304" pitchFamily="18" charset="0"/>
                </a:rPr>
                <a:t>1</a:t>
              </a:r>
              <a:r>
                <a:rPr kumimoji="1" lang="zh-CN" altLang="en-US" sz="2800" b="1">
                  <a:latin typeface="Times New Roman" panose="02020603050405020304" pitchFamily="18" charset="0"/>
                </a:rPr>
                <a:t>红</a:t>
              </a:r>
              <a:r>
                <a:rPr kumimoji="1" lang="en-US" altLang="zh-CN" sz="2800" b="1">
                  <a:latin typeface="Times New Roman" panose="02020603050405020304" pitchFamily="18" charset="0"/>
                </a:rPr>
                <a:t>4</a:t>
              </a:r>
              <a:r>
                <a:rPr kumimoji="1" lang="zh-CN" altLang="en-US" sz="2800" b="1">
                  <a:latin typeface="Times New Roman" panose="02020603050405020304" pitchFamily="18" charset="0"/>
                </a:rPr>
                <a:t>白</a:t>
              </a:r>
              <a:endParaRPr kumimoji="1" lang="zh-CN" altLang="en-US" sz="3200" b="1">
                <a:latin typeface="Times New Roman" panose="02020603050405020304" pitchFamily="18" charset="0"/>
              </a:endParaRPr>
            </a:p>
          </p:txBody>
        </p:sp>
        <p:grpSp>
          <p:nvGrpSpPr>
            <p:cNvPr id="87079" name="Group 39">
              <a:extLst>
                <a:ext uri="{FF2B5EF4-FFF2-40B4-BE49-F238E27FC236}">
                  <a16:creationId xmlns:a16="http://schemas.microsoft.com/office/drawing/2014/main" id="{C1BBD4FD-64F7-47C3-A678-00EB8D2FF9F2}"/>
                </a:ext>
              </a:extLst>
            </p:cNvPr>
            <p:cNvGrpSpPr>
              <a:grpSpLocks/>
            </p:cNvGrpSpPr>
            <p:nvPr/>
          </p:nvGrpSpPr>
          <p:grpSpPr bwMode="auto">
            <a:xfrm>
              <a:off x="3840" y="288"/>
              <a:ext cx="1056" cy="461"/>
              <a:chOff x="2184" y="2083"/>
              <a:chExt cx="1056" cy="461"/>
            </a:xfrm>
          </p:grpSpPr>
          <p:graphicFrame>
            <p:nvGraphicFramePr>
              <p:cNvPr id="87080" name="Object 40">
                <a:extLst>
                  <a:ext uri="{FF2B5EF4-FFF2-40B4-BE49-F238E27FC236}">
                    <a16:creationId xmlns:a16="http://schemas.microsoft.com/office/drawing/2014/main" id="{00F9DF47-A588-4279-BC10-E8DF29C9C9D2}"/>
                  </a:ext>
                </a:extLst>
              </p:cNvPr>
              <p:cNvGraphicFramePr>
                <a:graphicFrameLocks noChangeAspect="1"/>
              </p:cNvGraphicFramePr>
              <p:nvPr/>
            </p:nvGraphicFramePr>
            <p:xfrm>
              <a:off x="2844" y="2092"/>
              <a:ext cx="71" cy="135"/>
            </p:xfrm>
            <a:graphic>
              <a:graphicData uri="http://schemas.openxmlformats.org/presentationml/2006/ole">
                <mc:AlternateContent xmlns:mc="http://schemas.openxmlformats.org/markup-compatibility/2006">
                  <mc:Choice xmlns:v="urn:schemas-microsoft-com:vml" Requires="v">
                    <p:oleObj name="公式" r:id="rId7" imgW="114120" imgH="215640" progId="Equation.3">
                      <p:embed/>
                    </p:oleObj>
                  </mc:Choice>
                  <mc:Fallback>
                    <p:oleObj name="公式" r:id="rId7" imgW="114120" imgH="215640" progId="Equation.3">
                      <p:embed/>
                      <p:pic>
                        <p:nvPicPr>
                          <p:cNvPr id="0" name="Object 4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44" y="2092"/>
                            <a:ext cx="71" cy="135"/>
                          </a:xfrm>
                          <a:prstGeom prst="rect">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081" name="AutoShape 41">
                <a:extLst>
                  <a:ext uri="{FF2B5EF4-FFF2-40B4-BE49-F238E27FC236}">
                    <a16:creationId xmlns:a16="http://schemas.microsoft.com/office/drawing/2014/main" id="{E58AC41C-58B1-4D90-803B-215A8078A3E3}"/>
                  </a:ext>
                </a:extLst>
              </p:cNvPr>
              <p:cNvSpPr>
                <a:spLocks noChangeArrowheads="1"/>
              </p:cNvSpPr>
              <p:nvPr/>
            </p:nvSpPr>
            <p:spPr bwMode="auto">
              <a:xfrm rot="-2215889">
                <a:off x="2184" y="2400"/>
                <a:ext cx="1056" cy="144"/>
              </a:xfrm>
              <a:prstGeom prst="leftArrow">
                <a:avLst>
                  <a:gd name="adj1" fmla="val 50000"/>
                  <a:gd name="adj2" fmla="val 183333"/>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7082" name="Rectangle 42">
                <a:extLst>
                  <a:ext uri="{FF2B5EF4-FFF2-40B4-BE49-F238E27FC236}">
                    <a16:creationId xmlns:a16="http://schemas.microsoft.com/office/drawing/2014/main" id="{228F9902-F870-4C14-8E49-A66EB0A2CA72}"/>
                  </a:ext>
                </a:extLst>
              </p:cNvPr>
              <p:cNvSpPr>
                <a:spLocks noChangeArrowheads="1"/>
              </p:cNvSpPr>
              <p:nvPr/>
            </p:nvSpPr>
            <p:spPr bwMode="auto">
              <a:xfrm>
                <a:off x="2540" y="2083"/>
                <a:ext cx="244" cy="36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3200" b="1">
                    <a:solidFill>
                      <a:schemeClr val="tx2"/>
                    </a:solidFill>
                    <a:latin typeface="Times New Roman" panose="02020603050405020304" pitchFamily="18" charset="0"/>
                  </a:rPr>
                  <a:t>?</a:t>
                </a:r>
              </a:p>
            </p:txBody>
          </p:sp>
        </p:grpSp>
      </p:grpSp>
      <p:sp>
        <p:nvSpPr>
          <p:cNvPr id="87083" name="Text Box 43">
            <a:extLst>
              <a:ext uri="{FF2B5EF4-FFF2-40B4-BE49-F238E27FC236}">
                <a16:creationId xmlns:a16="http://schemas.microsoft.com/office/drawing/2014/main" id="{44CC704F-1EE1-4115-A78A-8ED26D302AA8}"/>
              </a:ext>
            </a:extLst>
          </p:cNvPr>
          <p:cNvSpPr txBox="1">
            <a:spLocks noChangeArrowheads="1"/>
          </p:cNvSpPr>
          <p:nvPr/>
        </p:nvSpPr>
        <p:spPr bwMode="auto">
          <a:xfrm>
            <a:off x="442913" y="2068513"/>
            <a:ext cx="18732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eaLnBrk="0" hangingPunct="0"/>
            <a:r>
              <a:rPr kumimoji="1" lang="en-US" altLang="zh-CN" sz="3200" b="1" i="1">
                <a:solidFill>
                  <a:srgbClr val="FF3300"/>
                </a:solidFill>
                <a:latin typeface="Times New Roman" panose="02020603050405020304" pitchFamily="18" charset="0"/>
                <a:sym typeface="Symbol" panose="05050102010706020507" pitchFamily="18" charset="2"/>
              </a:rPr>
              <a:t></a:t>
            </a:r>
            <a:r>
              <a:rPr kumimoji="1" lang="en-US" altLang="zh-CN" sz="3200" b="1" i="1">
                <a:solidFill>
                  <a:srgbClr val="FF3300"/>
                </a:solidFill>
                <a:latin typeface="Times New Roman" panose="02020603050405020304" pitchFamily="18" charset="0"/>
              </a:rPr>
              <a:t> </a:t>
            </a:r>
            <a:r>
              <a:rPr kumimoji="1" lang="en-US" altLang="zh-CN" sz="3200" b="1">
                <a:solidFill>
                  <a:srgbClr val="FF3300"/>
                </a:solidFill>
                <a:latin typeface="Times New Roman" panose="02020603050405020304" pitchFamily="18" charset="0"/>
              </a:rPr>
              <a:t>(</a:t>
            </a:r>
            <a:r>
              <a:rPr kumimoji="1" lang="en-US" altLang="zh-CN" sz="3200" b="1" i="1">
                <a:solidFill>
                  <a:srgbClr val="FF3300"/>
                </a:solidFill>
                <a:latin typeface="Times New Roman" panose="02020603050405020304" pitchFamily="18" charset="0"/>
                <a:sym typeface="Symbol" panose="05050102010706020507" pitchFamily="18" charset="2"/>
              </a:rPr>
              <a:t></a:t>
            </a:r>
            <a:r>
              <a:rPr kumimoji="1" lang="en-US" altLang="zh-CN" sz="3200" b="1" baseline="-25000">
                <a:solidFill>
                  <a:srgbClr val="FF3300"/>
                </a:solidFill>
                <a:latin typeface="Times New Roman" panose="02020603050405020304" pitchFamily="18" charset="0"/>
              </a:rPr>
              <a:t>1</a:t>
            </a:r>
            <a:r>
              <a:rPr kumimoji="1" lang="en-US" altLang="zh-CN" sz="3200" b="1">
                <a:solidFill>
                  <a:srgbClr val="FF3300"/>
                </a:solidFill>
                <a:latin typeface="Times New Roman" panose="02020603050405020304" pitchFamily="18" charset="0"/>
              </a:rPr>
              <a:t>)=1/3</a:t>
            </a:r>
          </a:p>
        </p:txBody>
      </p:sp>
      <p:sp>
        <p:nvSpPr>
          <p:cNvPr id="87084" name="Text Box 44">
            <a:extLst>
              <a:ext uri="{FF2B5EF4-FFF2-40B4-BE49-F238E27FC236}">
                <a16:creationId xmlns:a16="http://schemas.microsoft.com/office/drawing/2014/main" id="{307C1B03-C3DB-4354-A587-C92848A49AE1}"/>
              </a:ext>
            </a:extLst>
          </p:cNvPr>
          <p:cNvSpPr txBox="1">
            <a:spLocks noChangeArrowheads="1"/>
          </p:cNvSpPr>
          <p:nvPr/>
        </p:nvSpPr>
        <p:spPr bwMode="auto">
          <a:xfrm>
            <a:off x="2286000" y="2049463"/>
            <a:ext cx="12525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eaLnBrk="0" hangingPunct="0"/>
            <a:r>
              <a:rPr kumimoji="1" lang="en-US" altLang="zh-CN" sz="3200" b="1">
                <a:solidFill>
                  <a:schemeClr val="tx2"/>
                </a:solidFill>
                <a:latin typeface="Times New Roman" panose="02020603050405020304" pitchFamily="18" charset="0"/>
              </a:rPr>
              <a:t>=</a:t>
            </a:r>
            <a:r>
              <a:rPr kumimoji="1" lang="en-US" altLang="zh-CN" sz="3200" b="1" i="1">
                <a:solidFill>
                  <a:schemeClr val="tx2"/>
                </a:solidFill>
                <a:latin typeface="Times New Roman" panose="02020603050405020304" pitchFamily="18" charset="0"/>
                <a:sym typeface="Symbol" panose="05050102010706020507" pitchFamily="18" charset="2"/>
              </a:rPr>
              <a:t></a:t>
            </a:r>
            <a:r>
              <a:rPr kumimoji="1" lang="en-US" altLang="zh-CN" sz="3200" b="1">
                <a:solidFill>
                  <a:schemeClr val="tx2"/>
                </a:solidFill>
                <a:latin typeface="Times New Roman" panose="02020603050405020304" pitchFamily="18" charset="0"/>
              </a:rPr>
              <a:t>(</a:t>
            </a:r>
            <a:r>
              <a:rPr kumimoji="1" lang="en-US" altLang="zh-CN" sz="3200" b="1" i="1">
                <a:solidFill>
                  <a:schemeClr val="tx2"/>
                </a:solidFill>
                <a:latin typeface="Times New Roman" panose="02020603050405020304" pitchFamily="18" charset="0"/>
                <a:sym typeface="Symbol" panose="05050102010706020507" pitchFamily="18" charset="2"/>
              </a:rPr>
              <a:t></a:t>
            </a:r>
            <a:r>
              <a:rPr kumimoji="1" lang="en-US" altLang="zh-CN" sz="3200" b="1" baseline="-25000">
                <a:solidFill>
                  <a:schemeClr val="tx2"/>
                </a:solidFill>
                <a:latin typeface="Times New Roman" panose="02020603050405020304" pitchFamily="18" charset="0"/>
              </a:rPr>
              <a:t>2</a:t>
            </a:r>
            <a:r>
              <a:rPr kumimoji="1" lang="en-US" altLang="zh-CN" sz="3200" b="1">
                <a:solidFill>
                  <a:schemeClr val="tx2"/>
                </a:solidFill>
                <a:latin typeface="Times New Roman" panose="02020603050405020304" pitchFamily="18" charset="0"/>
              </a:rPr>
              <a:t>)</a:t>
            </a:r>
          </a:p>
        </p:txBody>
      </p:sp>
      <p:sp>
        <p:nvSpPr>
          <p:cNvPr id="87085" name="Text Box 45">
            <a:extLst>
              <a:ext uri="{FF2B5EF4-FFF2-40B4-BE49-F238E27FC236}">
                <a16:creationId xmlns:a16="http://schemas.microsoft.com/office/drawing/2014/main" id="{DE5A562A-0536-4188-9FF8-B86CD15DC32B}"/>
              </a:ext>
            </a:extLst>
          </p:cNvPr>
          <p:cNvSpPr txBox="1">
            <a:spLocks noChangeArrowheads="1"/>
          </p:cNvSpPr>
          <p:nvPr/>
        </p:nvSpPr>
        <p:spPr bwMode="auto">
          <a:xfrm>
            <a:off x="3505200" y="2057400"/>
            <a:ext cx="13573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pPr eaLnBrk="0" hangingPunct="0"/>
            <a:r>
              <a:rPr kumimoji="1" lang="en-US" altLang="zh-CN" sz="3200" b="1">
                <a:solidFill>
                  <a:srgbClr val="FF3300"/>
                </a:solidFill>
                <a:latin typeface="Times New Roman" panose="02020603050405020304" pitchFamily="18" charset="0"/>
              </a:rPr>
              <a:t>=</a:t>
            </a:r>
            <a:r>
              <a:rPr kumimoji="1" lang="en-US" altLang="zh-CN" sz="3200" b="1" i="1">
                <a:solidFill>
                  <a:srgbClr val="FF3300"/>
                </a:solidFill>
                <a:latin typeface="Times New Roman" panose="02020603050405020304" pitchFamily="18" charset="0"/>
                <a:sym typeface="Symbol" panose="05050102010706020507" pitchFamily="18" charset="2"/>
              </a:rPr>
              <a:t></a:t>
            </a:r>
            <a:r>
              <a:rPr kumimoji="1" lang="en-US" altLang="zh-CN" sz="3200" b="1">
                <a:solidFill>
                  <a:srgbClr val="FF3300"/>
                </a:solidFill>
                <a:latin typeface="Times New Roman" panose="02020603050405020304" pitchFamily="18" charset="0"/>
              </a:rPr>
              <a:t>(</a:t>
            </a:r>
            <a:r>
              <a:rPr kumimoji="1" lang="en-US" altLang="zh-CN" sz="3200" b="1" i="1">
                <a:solidFill>
                  <a:srgbClr val="FF3300"/>
                </a:solidFill>
                <a:latin typeface="Times New Roman" panose="02020603050405020304" pitchFamily="18" charset="0"/>
                <a:sym typeface="Symbol" panose="05050102010706020507" pitchFamily="18" charset="2"/>
              </a:rPr>
              <a:t></a:t>
            </a:r>
            <a:r>
              <a:rPr kumimoji="1" lang="en-US" altLang="zh-CN" sz="3200" b="1" baseline="-25000">
                <a:solidFill>
                  <a:srgbClr val="FF3300"/>
                </a:solidFill>
                <a:latin typeface="Times New Roman" panose="02020603050405020304" pitchFamily="18" charset="0"/>
              </a:rPr>
              <a:t>3</a:t>
            </a:r>
            <a:r>
              <a:rPr kumimoji="1" lang="en-US" altLang="zh-CN" sz="3200" b="1">
                <a:solidFill>
                  <a:srgbClr val="FF3300"/>
                </a:solidFill>
                <a:latin typeface="Times New Roman" panose="02020603050405020304" pitchFamily="18" charset="0"/>
              </a:rPr>
              <a:t>)</a:t>
            </a:r>
          </a:p>
        </p:txBody>
      </p:sp>
      <p:sp>
        <p:nvSpPr>
          <p:cNvPr id="87086" name="Text Box 46">
            <a:extLst>
              <a:ext uri="{FF2B5EF4-FFF2-40B4-BE49-F238E27FC236}">
                <a16:creationId xmlns:a16="http://schemas.microsoft.com/office/drawing/2014/main" id="{F72AE1F8-616D-4275-B204-35768EBB4CD2}"/>
              </a:ext>
            </a:extLst>
          </p:cNvPr>
          <p:cNvSpPr txBox="1">
            <a:spLocks noChangeArrowheads="1"/>
          </p:cNvSpPr>
          <p:nvPr/>
        </p:nvSpPr>
        <p:spPr bwMode="auto">
          <a:xfrm>
            <a:off x="457200" y="2659063"/>
            <a:ext cx="20431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eaLnBrk="0" hangingPunct="0"/>
            <a:r>
              <a:rPr kumimoji="1" lang="en-US" altLang="zh-CN" sz="3200" b="1" i="1">
                <a:solidFill>
                  <a:schemeClr val="tx2"/>
                </a:solidFill>
                <a:latin typeface="Times New Roman" panose="02020603050405020304" pitchFamily="18" charset="0"/>
              </a:rPr>
              <a:t>p</a:t>
            </a:r>
            <a:r>
              <a:rPr kumimoji="1" lang="en-US" altLang="zh-CN" sz="3200" b="1">
                <a:solidFill>
                  <a:schemeClr val="tx2"/>
                </a:solidFill>
                <a:latin typeface="Times New Roman" panose="02020603050405020304" pitchFamily="18" charset="0"/>
              </a:rPr>
              <a:t>(</a:t>
            </a:r>
            <a:r>
              <a:rPr kumimoji="1" lang="en-US" altLang="zh-CN" sz="3200" b="1" i="1">
                <a:solidFill>
                  <a:schemeClr val="tx2"/>
                </a:solidFill>
                <a:latin typeface="Times New Roman" panose="02020603050405020304" pitchFamily="18" charset="0"/>
              </a:rPr>
              <a:t>x</a:t>
            </a:r>
            <a:r>
              <a:rPr kumimoji="1" lang="en-US" altLang="zh-CN" sz="3200" b="1">
                <a:solidFill>
                  <a:schemeClr val="tx2"/>
                </a:solidFill>
                <a:latin typeface="Times New Roman" panose="02020603050405020304" pitchFamily="18" charset="0"/>
              </a:rPr>
              <a:t>|</a:t>
            </a:r>
            <a:r>
              <a:rPr kumimoji="1" lang="en-US" altLang="zh-CN" sz="3200" b="1" i="1">
                <a:solidFill>
                  <a:schemeClr val="tx2"/>
                </a:solidFill>
                <a:latin typeface="Times New Roman" panose="02020603050405020304" pitchFamily="18" charset="0"/>
                <a:sym typeface="Symbol" panose="05050102010706020507" pitchFamily="18" charset="2"/>
              </a:rPr>
              <a:t></a:t>
            </a:r>
            <a:r>
              <a:rPr kumimoji="1" lang="en-US" altLang="zh-CN" sz="3200" b="1" baseline="-25000">
                <a:solidFill>
                  <a:schemeClr val="tx2"/>
                </a:solidFill>
                <a:latin typeface="Times New Roman" panose="02020603050405020304" pitchFamily="18" charset="0"/>
              </a:rPr>
              <a:t>1</a:t>
            </a:r>
            <a:r>
              <a:rPr kumimoji="1" lang="en-US" altLang="zh-CN" sz="3200" b="1">
                <a:solidFill>
                  <a:schemeClr val="tx2"/>
                </a:solidFill>
                <a:latin typeface="Times New Roman" panose="02020603050405020304" pitchFamily="18" charset="0"/>
              </a:rPr>
              <a:t>)=1/5</a:t>
            </a:r>
          </a:p>
        </p:txBody>
      </p:sp>
      <p:sp>
        <p:nvSpPr>
          <p:cNvPr id="87087" name="Text Box 47">
            <a:extLst>
              <a:ext uri="{FF2B5EF4-FFF2-40B4-BE49-F238E27FC236}">
                <a16:creationId xmlns:a16="http://schemas.microsoft.com/office/drawing/2014/main" id="{50A5806D-8603-45A2-AFB2-834267163C66}"/>
              </a:ext>
            </a:extLst>
          </p:cNvPr>
          <p:cNvSpPr txBox="1">
            <a:spLocks noChangeArrowheads="1"/>
          </p:cNvSpPr>
          <p:nvPr/>
        </p:nvSpPr>
        <p:spPr bwMode="auto">
          <a:xfrm>
            <a:off x="2819400" y="2659063"/>
            <a:ext cx="20431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eaLnBrk="0" hangingPunct="0"/>
            <a:r>
              <a:rPr kumimoji="1" lang="en-US" altLang="zh-CN" sz="3200" b="1" i="1">
                <a:solidFill>
                  <a:srgbClr val="FF3300"/>
                </a:solidFill>
                <a:latin typeface="Times New Roman" panose="02020603050405020304" pitchFamily="18" charset="0"/>
              </a:rPr>
              <a:t>p</a:t>
            </a:r>
            <a:r>
              <a:rPr kumimoji="1" lang="en-US" altLang="zh-CN" sz="3200" b="1">
                <a:solidFill>
                  <a:srgbClr val="FF3300"/>
                </a:solidFill>
                <a:latin typeface="Times New Roman" panose="02020603050405020304" pitchFamily="18" charset="0"/>
              </a:rPr>
              <a:t>(</a:t>
            </a:r>
            <a:r>
              <a:rPr kumimoji="1" lang="en-US" altLang="zh-CN" sz="3200" b="1" i="1">
                <a:solidFill>
                  <a:srgbClr val="FF3300"/>
                </a:solidFill>
                <a:latin typeface="Times New Roman" panose="02020603050405020304" pitchFamily="18" charset="0"/>
              </a:rPr>
              <a:t>x</a:t>
            </a:r>
            <a:r>
              <a:rPr kumimoji="1" lang="en-US" altLang="zh-CN" sz="3200" b="1">
                <a:solidFill>
                  <a:srgbClr val="FF3300"/>
                </a:solidFill>
                <a:latin typeface="Times New Roman" panose="02020603050405020304" pitchFamily="18" charset="0"/>
              </a:rPr>
              <a:t>|</a:t>
            </a:r>
            <a:r>
              <a:rPr kumimoji="1" lang="en-US" altLang="zh-CN" sz="3200" b="1" i="1">
                <a:solidFill>
                  <a:srgbClr val="FF3300"/>
                </a:solidFill>
                <a:latin typeface="Times New Roman" panose="02020603050405020304" pitchFamily="18" charset="0"/>
                <a:sym typeface="Symbol" panose="05050102010706020507" pitchFamily="18" charset="2"/>
              </a:rPr>
              <a:t></a:t>
            </a:r>
            <a:r>
              <a:rPr kumimoji="1" lang="en-US" altLang="zh-CN" sz="3200" b="1" baseline="-25000">
                <a:solidFill>
                  <a:srgbClr val="FF3300"/>
                </a:solidFill>
                <a:latin typeface="Times New Roman" panose="02020603050405020304" pitchFamily="18" charset="0"/>
              </a:rPr>
              <a:t>2</a:t>
            </a:r>
            <a:r>
              <a:rPr kumimoji="1" lang="en-US" altLang="zh-CN" sz="3200" b="1">
                <a:solidFill>
                  <a:srgbClr val="FF3300"/>
                </a:solidFill>
                <a:latin typeface="Times New Roman" panose="02020603050405020304" pitchFamily="18" charset="0"/>
              </a:rPr>
              <a:t>)=2/5</a:t>
            </a:r>
          </a:p>
        </p:txBody>
      </p:sp>
      <p:sp>
        <p:nvSpPr>
          <p:cNvPr id="87088" name="Text Box 48">
            <a:extLst>
              <a:ext uri="{FF2B5EF4-FFF2-40B4-BE49-F238E27FC236}">
                <a16:creationId xmlns:a16="http://schemas.microsoft.com/office/drawing/2014/main" id="{CE4CB00C-9223-48A7-81C3-1F98AFAAA85D}"/>
              </a:ext>
            </a:extLst>
          </p:cNvPr>
          <p:cNvSpPr txBox="1">
            <a:spLocks noChangeArrowheads="1"/>
          </p:cNvSpPr>
          <p:nvPr/>
        </p:nvSpPr>
        <p:spPr bwMode="auto">
          <a:xfrm>
            <a:off x="5181600" y="2659063"/>
            <a:ext cx="1727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pPr eaLnBrk="0" hangingPunct="0"/>
            <a:r>
              <a:rPr kumimoji="1" lang="en-US" altLang="zh-CN" sz="3200" b="1" i="1">
                <a:solidFill>
                  <a:schemeClr val="tx2"/>
                </a:solidFill>
                <a:latin typeface="Times New Roman" panose="02020603050405020304" pitchFamily="18" charset="0"/>
              </a:rPr>
              <a:t>p</a:t>
            </a:r>
            <a:r>
              <a:rPr kumimoji="1" lang="en-US" altLang="zh-CN" sz="3200" b="1">
                <a:solidFill>
                  <a:schemeClr val="tx2"/>
                </a:solidFill>
                <a:latin typeface="Times New Roman" panose="02020603050405020304" pitchFamily="18" charset="0"/>
              </a:rPr>
              <a:t>(</a:t>
            </a:r>
            <a:r>
              <a:rPr kumimoji="1" lang="en-US" altLang="zh-CN" sz="3200" b="1" i="1">
                <a:solidFill>
                  <a:schemeClr val="tx2"/>
                </a:solidFill>
                <a:latin typeface="Times New Roman" panose="02020603050405020304" pitchFamily="18" charset="0"/>
              </a:rPr>
              <a:t>x</a:t>
            </a:r>
            <a:r>
              <a:rPr kumimoji="1" lang="en-US" altLang="zh-CN" sz="3200" b="1">
                <a:solidFill>
                  <a:schemeClr val="tx2"/>
                </a:solidFill>
                <a:latin typeface="Times New Roman" panose="02020603050405020304" pitchFamily="18" charset="0"/>
              </a:rPr>
              <a:t>|</a:t>
            </a:r>
            <a:r>
              <a:rPr kumimoji="1" lang="en-US" altLang="zh-CN" sz="3200" b="1" i="1">
                <a:solidFill>
                  <a:schemeClr val="tx2"/>
                </a:solidFill>
                <a:latin typeface="Times New Roman" panose="02020603050405020304" pitchFamily="18" charset="0"/>
                <a:sym typeface="Symbol" panose="05050102010706020507" pitchFamily="18" charset="2"/>
              </a:rPr>
              <a:t></a:t>
            </a:r>
            <a:r>
              <a:rPr kumimoji="1" lang="en-US" altLang="zh-CN" sz="3200" b="1" baseline="-25000">
                <a:solidFill>
                  <a:schemeClr val="tx2"/>
                </a:solidFill>
                <a:latin typeface="Times New Roman" panose="02020603050405020304" pitchFamily="18" charset="0"/>
              </a:rPr>
              <a:t>3</a:t>
            </a:r>
            <a:r>
              <a:rPr kumimoji="1" lang="en-US" altLang="zh-CN" sz="3200" b="1">
                <a:solidFill>
                  <a:schemeClr val="tx2"/>
                </a:solidFill>
                <a:latin typeface="Times New Roman" panose="02020603050405020304" pitchFamily="18" charset="0"/>
              </a:rPr>
              <a:t>)=1</a:t>
            </a:r>
          </a:p>
        </p:txBody>
      </p:sp>
      <p:sp>
        <p:nvSpPr>
          <p:cNvPr id="87089" name="Text Box 49">
            <a:extLst>
              <a:ext uri="{FF2B5EF4-FFF2-40B4-BE49-F238E27FC236}">
                <a16:creationId xmlns:a16="http://schemas.microsoft.com/office/drawing/2014/main" id="{844A310A-ECB8-454A-AA61-A9745399AC9F}"/>
              </a:ext>
            </a:extLst>
          </p:cNvPr>
          <p:cNvSpPr txBox="1">
            <a:spLocks noChangeArrowheads="1"/>
          </p:cNvSpPr>
          <p:nvPr/>
        </p:nvSpPr>
        <p:spPr bwMode="auto">
          <a:xfrm>
            <a:off x="304800" y="1524000"/>
            <a:ext cx="22240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0" hangingPunct="0"/>
            <a:r>
              <a:rPr kumimoji="1" lang="zh-CN" altLang="en-US" sz="3200" b="1">
                <a:latin typeface="Times New Roman" panose="02020603050405020304" pitchFamily="18" charset="0"/>
              </a:rPr>
              <a:t>由题可知：</a:t>
            </a:r>
          </a:p>
        </p:txBody>
      </p:sp>
      <p:sp>
        <p:nvSpPr>
          <p:cNvPr id="87090" name="Text Box 50">
            <a:extLst>
              <a:ext uri="{FF2B5EF4-FFF2-40B4-BE49-F238E27FC236}">
                <a16:creationId xmlns:a16="http://schemas.microsoft.com/office/drawing/2014/main" id="{06DB032C-BB63-42B5-A8E5-B557EAF3164C}"/>
              </a:ext>
            </a:extLst>
          </p:cNvPr>
          <p:cNvSpPr txBox="1">
            <a:spLocks noChangeArrowheads="1"/>
          </p:cNvSpPr>
          <p:nvPr/>
        </p:nvSpPr>
        <p:spPr bwMode="auto">
          <a:xfrm>
            <a:off x="609600" y="5867400"/>
            <a:ext cx="13303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0" hangingPunct="0"/>
            <a:r>
              <a:rPr kumimoji="1" lang="en-US" altLang="zh-CN" sz="3200" b="1">
                <a:latin typeface="Times New Roman" panose="02020603050405020304" pitchFamily="18" charset="0"/>
              </a:rPr>
              <a:t>=0.125</a:t>
            </a:r>
          </a:p>
        </p:txBody>
      </p:sp>
      <p:sp>
        <p:nvSpPr>
          <p:cNvPr id="87091" name="Rectangle 51">
            <a:extLst>
              <a:ext uri="{FF2B5EF4-FFF2-40B4-BE49-F238E27FC236}">
                <a16:creationId xmlns:a16="http://schemas.microsoft.com/office/drawing/2014/main" id="{09DDF896-3244-4FD4-B057-42A6BA4B5E0F}"/>
              </a:ext>
            </a:extLst>
          </p:cNvPr>
          <p:cNvSpPr>
            <a:spLocks noChangeArrowheads="1"/>
          </p:cNvSpPr>
          <p:nvPr/>
        </p:nvSpPr>
        <p:spPr bwMode="auto">
          <a:xfrm>
            <a:off x="381000" y="4724400"/>
            <a:ext cx="8534400" cy="1219200"/>
          </a:xfrm>
          <a:prstGeom prst="rect">
            <a:avLst/>
          </a:prstGeom>
          <a:noFill/>
          <a:ln w="38100">
            <a:solidFill>
              <a:srgbClr val="FF3300"/>
            </a:solidFill>
            <a:miter lim="800000"/>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7044"/>
                                        </p:tgtEl>
                                        <p:attrNameLst>
                                          <p:attrName>style.visibility</p:attrName>
                                        </p:attrNameLst>
                                      </p:cBhvr>
                                      <p:to>
                                        <p:strVal val="visible"/>
                                      </p:to>
                                    </p:set>
                                    <p:anim calcmode="lin" valueType="num">
                                      <p:cBhvr additive="base">
                                        <p:cTn id="7" dur="500" fill="hold"/>
                                        <p:tgtEl>
                                          <p:spTgt spid="87044"/>
                                        </p:tgtEl>
                                        <p:attrNameLst>
                                          <p:attrName>ppt_x</p:attrName>
                                        </p:attrNameLst>
                                      </p:cBhvr>
                                      <p:tavLst>
                                        <p:tav tm="0">
                                          <p:val>
                                            <p:strVal val="0-#ppt_w/2"/>
                                          </p:val>
                                        </p:tav>
                                        <p:tav tm="100000">
                                          <p:val>
                                            <p:strVal val="#ppt_x"/>
                                          </p:val>
                                        </p:tav>
                                      </p:tavLst>
                                    </p:anim>
                                    <p:anim calcmode="lin" valueType="num">
                                      <p:cBhvr additive="base">
                                        <p:cTn id="8" dur="500" fill="hold"/>
                                        <p:tgtEl>
                                          <p:spTgt spid="8704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87089"/>
                                        </p:tgtEl>
                                        <p:attrNameLst>
                                          <p:attrName>style.visibility</p:attrName>
                                        </p:attrNameLst>
                                      </p:cBhvr>
                                      <p:to>
                                        <p:strVal val="visible"/>
                                      </p:to>
                                    </p:set>
                                    <p:animEffect transition="in" filter="wipe(left)">
                                      <p:cBhvr>
                                        <p:cTn id="13" dur="500"/>
                                        <p:tgtEl>
                                          <p:spTgt spid="8708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87083"/>
                                        </p:tgtEl>
                                        <p:attrNameLst>
                                          <p:attrName>style.visibility</p:attrName>
                                        </p:attrNameLst>
                                      </p:cBhvr>
                                      <p:to>
                                        <p:strVal val="visible"/>
                                      </p:to>
                                    </p:set>
                                    <p:animEffect transition="in" filter="wipe(left)">
                                      <p:cBhvr>
                                        <p:cTn id="18" dur="500"/>
                                        <p:tgtEl>
                                          <p:spTgt spid="8708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87084"/>
                                        </p:tgtEl>
                                        <p:attrNameLst>
                                          <p:attrName>style.visibility</p:attrName>
                                        </p:attrNameLst>
                                      </p:cBhvr>
                                      <p:to>
                                        <p:strVal val="visible"/>
                                      </p:to>
                                    </p:set>
                                    <p:animEffect transition="in" filter="wipe(left)">
                                      <p:cBhvr>
                                        <p:cTn id="23" dur="500"/>
                                        <p:tgtEl>
                                          <p:spTgt spid="8708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87085"/>
                                        </p:tgtEl>
                                        <p:attrNameLst>
                                          <p:attrName>style.visibility</p:attrName>
                                        </p:attrNameLst>
                                      </p:cBhvr>
                                      <p:to>
                                        <p:strVal val="visible"/>
                                      </p:to>
                                    </p:set>
                                    <p:animEffect transition="in" filter="wipe(left)">
                                      <p:cBhvr>
                                        <p:cTn id="28" dur="500"/>
                                        <p:tgtEl>
                                          <p:spTgt spid="8708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87086"/>
                                        </p:tgtEl>
                                        <p:attrNameLst>
                                          <p:attrName>style.visibility</p:attrName>
                                        </p:attrNameLst>
                                      </p:cBhvr>
                                      <p:to>
                                        <p:strVal val="visible"/>
                                      </p:to>
                                    </p:set>
                                    <p:animEffect transition="in" filter="wipe(left)">
                                      <p:cBhvr>
                                        <p:cTn id="33" dur="500"/>
                                        <p:tgtEl>
                                          <p:spTgt spid="8708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87087"/>
                                        </p:tgtEl>
                                        <p:attrNameLst>
                                          <p:attrName>style.visibility</p:attrName>
                                        </p:attrNameLst>
                                      </p:cBhvr>
                                      <p:to>
                                        <p:strVal val="visible"/>
                                      </p:to>
                                    </p:set>
                                    <p:animEffect transition="in" filter="wipe(left)">
                                      <p:cBhvr>
                                        <p:cTn id="38" dur="500"/>
                                        <p:tgtEl>
                                          <p:spTgt spid="8708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87088"/>
                                        </p:tgtEl>
                                        <p:attrNameLst>
                                          <p:attrName>style.visibility</p:attrName>
                                        </p:attrNameLst>
                                      </p:cBhvr>
                                      <p:to>
                                        <p:strVal val="visible"/>
                                      </p:to>
                                    </p:set>
                                    <p:animEffect transition="in" filter="wipe(left)">
                                      <p:cBhvr>
                                        <p:cTn id="43" dur="500"/>
                                        <p:tgtEl>
                                          <p:spTgt spid="8708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87042"/>
                                        </p:tgtEl>
                                        <p:attrNameLst>
                                          <p:attrName>style.visibility</p:attrName>
                                        </p:attrNameLst>
                                      </p:cBhvr>
                                      <p:to>
                                        <p:strVal val="visible"/>
                                      </p:to>
                                    </p:set>
                                    <p:animEffect transition="in" filter="wipe(left)">
                                      <p:cBhvr>
                                        <p:cTn id="48" dur="500"/>
                                        <p:tgtEl>
                                          <p:spTgt spid="87042"/>
                                        </p:tgtEl>
                                      </p:cBhvr>
                                    </p:animEffect>
                                  </p:childTnLst>
                                </p:cTn>
                              </p:par>
                            </p:childTnLst>
                          </p:cTn>
                        </p:par>
                        <p:par>
                          <p:cTn id="49" fill="hold" nodeType="afterGroup">
                            <p:stCondLst>
                              <p:cond delay="500"/>
                            </p:stCondLst>
                            <p:childTnLst>
                              <p:par>
                                <p:cTn id="50" presetID="2" presetClass="entr" presetSubtype="2" fill="hold" nodeType="afterEffect">
                                  <p:stCondLst>
                                    <p:cond delay="0"/>
                                  </p:stCondLst>
                                  <p:childTnLst>
                                    <p:set>
                                      <p:cBhvr>
                                        <p:cTn id="51" dur="1" fill="hold">
                                          <p:stCondLst>
                                            <p:cond delay="0"/>
                                          </p:stCondLst>
                                        </p:cTn>
                                        <p:tgtEl>
                                          <p:spTgt spid="87045"/>
                                        </p:tgtEl>
                                        <p:attrNameLst>
                                          <p:attrName>style.visibility</p:attrName>
                                        </p:attrNameLst>
                                      </p:cBhvr>
                                      <p:to>
                                        <p:strVal val="visible"/>
                                      </p:to>
                                    </p:set>
                                    <p:anim calcmode="lin" valueType="num">
                                      <p:cBhvr additive="base">
                                        <p:cTn id="52" dur="500" fill="hold"/>
                                        <p:tgtEl>
                                          <p:spTgt spid="87045"/>
                                        </p:tgtEl>
                                        <p:attrNameLst>
                                          <p:attrName>ppt_x</p:attrName>
                                        </p:attrNameLst>
                                      </p:cBhvr>
                                      <p:tavLst>
                                        <p:tav tm="0">
                                          <p:val>
                                            <p:strVal val="1+#ppt_w/2"/>
                                          </p:val>
                                        </p:tav>
                                        <p:tav tm="100000">
                                          <p:val>
                                            <p:strVal val="#ppt_x"/>
                                          </p:val>
                                        </p:tav>
                                      </p:tavLst>
                                    </p:anim>
                                    <p:anim calcmode="lin" valueType="num">
                                      <p:cBhvr additive="base">
                                        <p:cTn id="53" dur="500" fill="hold"/>
                                        <p:tgtEl>
                                          <p:spTgt spid="87045"/>
                                        </p:tgtEl>
                                        <p:attrNameLst>
                                          <p:attrName>ppt_y</p:attrName>
                                        </p:attrNameLst>
                                      </p:cBhvr>
                                      <p:tavLst>
                                        <p:tav tm="0">
                                          <p:val>
                                            <p:strVal val="#ppt_y"/>
                                          </p:val>
                                        </p:tav>
                                        <p:tav tm="100000">
                                          <p:val>
                                            <p:strVal val="#ppt_y"/>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87091"/>
                                        </p:tgtEl>
                                        <p:attrNameLst>
                                          <p:attrName>style.visibility</p:attrName>
                                        </p:attrNameLst>
                                      </p:cBhvr>
                                      <p:to>
                                        <p:strVal val="visible"/>
                                      </p:to>
                                    </p:set>
                                    <p:animEffect transition="in" filter="wipe(left)">
                                      <p:cBhvr>
                                        <p:cTn id="58" dur="500"/>
                                        <p:tgtEl>
                                          <p:spTgt spid="87091"/>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87090"/>
                                        </p:tgtEl>
                                        <p:attrNameLst>
                                          <p:attrName>style.visibility</p:attrName>
                                        </p:attrNameLst>
                                      </p:cBhvr>
                                      <p:to>
                                        <p:strVal val="visible"/>
                                      </p:to>
                                    </p:set>
                                    <p:animEffect transition="in" filter="wipe(left)">
                                      <p:cBhvr>
                                        <p:cTn id="63" dur="500"/>
                                        <p:tgtEl>
                                          <p:spTgt spid="870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4" grpId="0" animBg="1" autoUpdateAnimBg="0"/>
      <p:bldP spid="87083" grpId="0" autoUpdateAnimBg="0"/>
      <p:bldP spid="87084" grpId="0" autoUpdateAnimBg="0"/>
      <p:bldP spid="87085" grpId="0" autoUpdateAnimBg="0"/>
      <p:bldP spid="87086" grpId="0" autoUpdateAnimBg="0"/>
      <p:bldP spid="87087" grpId="0" autoUpdateAnimBg="0"/>
      <p:bldP spid="87088" grpId="0" autoUpdateAnimBg="0"/>
      <p:bldP spid="87089" grpId="0" autoUpdateAnimBg="0"/>
      <p:bldP spid="87090"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a:extLst>
              <a:ext uri="{FF2B5EF4-FFF2-40B4-BE49-F238E27FC236}">
                <a16:creationId xmlns:a16="http://schemas.microsoft.com/office/drawing/2014/main" id="{E3420E8F-6FBF-4245-AA3A-5AAB23DB7130}"/>
              </a:ext>
            </a:extLst>
          </p:cNvPr>
          <p:cNvSpPr>
            <a:spLocks noGrp="1" noChangeArrowheads="1"/>
          </p:cNvSpPr>
          <p:nvPr>
            <p:ph type="body" idx="1"/>
          </p:nvPr>
        </p:nvSpPr>
        <p:spPr>
          <a:xfrm>
            <a:off x="197644" y="332656"/>
            <a:ext cx="8748712" cy="5792787"/>
          </a:xfrm>
        </p:spPr>
        <p:txBody>
          <a:bodyPr/>
          <a:lstStyle/>
          <a:p>
            <a:pPr marL="0" indent="0">
              <a:lnSpc>
                <a:spcPct val="150000"/>
              </a:lnSpc>
              <a:buFontTx/>
              <a:buNone/>
            </a:pPr>
            <a:r>
              <a:rPr lang="en-US" altLang="zh-CN" b="1" dirty="0">
                <a:latin typeface="Times New Roman" panose="02020603050405020304" pitchFamily="18" charset="0"/>
              </a:rPr>
              <a:t>3. Bayes</a:t>
            </a:r>
            <a:r>
              <a:rPr lang="zh-CN" altLang="en-US" b="1" dirty="0">
                <a:latin typeface="Times New Roman" panose="02020603050405020304" pitchFamily="18" charset="0"/>
              </a:rPr>
              <a:t>方法</a:t>
            </a:r>
          </a:p>
          <a:p>
            <a:pPr marL="0" indent="0">
              <a:lnSpc>
                <a:spcPct val="150000"/>
              </a:lnSpc>
              <a:buFontTx/>
              <a:buNone/>
            </a:pPr>
            <a:r>
              <a:rPr lang="en-US" altLang="zh-CN" sz="2800" b="1" dirty="0">
                <a:solidFill>
                  <a:srgbClr val="FFFF00"/>
                </a:solidFill>
                <a:latin typeface="Times New Roman" panose="02020603050405020304" pitchFamily="18" charset="0"/>
              </a:rPr>
              <a:t>(1) </a:t>
            </a:r>
            <a:r>
              <a:rPr lang="zh-CN" altLang="en-US" sz="2800" b="1" dirty="0">
                <a:solidFill>
                  <a:srgbClr val="FFFF00"/>
                </a:solidFill>
                <a:latin typeface="Times New Roman" panose="02020603050405020304" pitchFamily="18" charset="0"/>
              </a:rPr>
              <a:t>用概率表示形式</a:t>
            </a:r>
          </a:p>
          <a:p>
            <a:pPr marL="0" indent="0">
              <a:lnSpc>
                <a:spcPct val="150000"/>
              </a:lnSpc>
              <a:buFontTx/>
              <a:buNone/>
            </a:pPr>
            <a:r>
              <a:rPr lang="zh-CN" altLang="en-US" sz="2800" b="1" dirty="0">
                <a:latin typeface="Times New Roman" panose="02020603050405020304" pitchFamily="18" charset="0"/>
              </a:rPr>
              <a:t>          </a:t>
            </a:r>
            <a:r>
              <a:rPr lang="zh-CN" altLang="en-US" sz="2400" b="1" dirty="0">
                <a:latin typeface="Times New Roman" panose="02020603050405020304" pitchFamily="18" charset="0"/>
              </a:rPr>
              <a:t>学习或其他形式的推理都是用概率规则来实现。</a:t>
            </a:r>
          </a:p>
          <a:p>
            <a:pPr marL="0" indent="0">
              <a:lnSpc>
                <a:spcPct val="150000"/>
              </a:lnSpc>
              <a:buFontTx/>
              <a:buNone/>
            </a:pPr>
            <a:r>
              <a:rPr lang="en-US" altLang="zh-CN" sz="2800" b="1" dirty="0">
                <a:solidFill>
                  <a:srgbClr val="FFFF00"/>
                </a:solidFill>
                <a:latin typeface="Times New Roman" panose="02020603050405020304" pitchFamily="18" charset="0"/>
              </a:rPr>
              <a:t>(2)Bayes</a:t>
            </a:r>
            <a:r>
              <a:rPr lang="zh-CN" altLang="en-US" sz="2800" b="1" dirty="0">
                <a:solidFill>
                  <a:srgbClr val="FFFF00"/>
                </a:solidFill>
                <a:latin typeface="Times New Roman" panose="02020603050405020304" pitchFamily="18" charset="0"/>
              </a:rPr>
              <a:t>学习结果</a:t>
            </a:r>
          </a:p>
          <a:p>
            <a:pPr marL="0" indent="0">
              <a:lnSpc>
                <a:spcPct val="150000"/>
              </a:lnSpc>
              <a:buFontTx/>
              <a:buNone/>
            </a:pPr>
            <a:r>
              <a:rPr lang="zh-CN" altLang="en-US" sz="2800" b="1" dirty="0">
                <a:latin typeface="Times New Roman" panose="02020603050405020304" pitchFamily="18" charset="0"/>
              </a:rPr>
              <a:t>          </a:t>
            </a:r>
            <a:r>
              <a:rPr lang="zh-CN" altLang="en-US" sz="2400" b="1" dirty="0">
                <a:latin typeface="Times New Roman" panose="02020603050405020304" pitchFamily="18" charset="0"/>
              </a:rPr>
              <a:t>表示为随机变量的概率分布，即对不同可能性的信任度。</a:t>
            </a:r>
            <a:r>
              <a:rPr lang="en-US" altLang="zh-CN" sz="2800" b="1" dirty="0">
                <a:solidFill>
                  <a:srgbClr val="FFFF00"/>
                </a:solidFill>
                <a:latin typeface="Times New Roman" panose="02020603050405020304" pitchFamily="18" charset="0"/>
              </a:rPr>
              <a:t>(3)Bayes</a:t>
            </a:r>
            <a:r>
              <a:rPr lang="zh-CN" altLang="en-US" sz="2800" b="1" dirty="0">
                <a:solidFill>
                  <a:srgbClr val="FFFF00"/>
                </a:solidFill>
                <a:latin typeface="Times New Roman" panose="02020603050405020304" pitchFamily="18" charset="0"/>
              </a:rPr>
              <a:t>先验概率假设</a:t>
            </a:r>
          </a:p>
          <a:p>
            <a:pPr marL="0" indent="0">
              <a:lnSpc>
                <a:spcPct val="150000"/>
              </a:lnSpc>
              <a:buFontTx/>
              <a:buNone/>
            </a:pPr>
            <a:r>
              <a:rPr lang="zh-CN" altLang="en-US" sz="2800" b="1" dirty="0">
                <a:latin typeface="Times New Roman" panose="02020603050405020304" pitchFamily="18" charset="0"/>
              </a:rPr>
              <a:t>        </a:t>
            </a:r>
            <a:r>
              <a:rPr lang="zh-CN" altLang="en-US" sz="2400" b="1" dirty="0">
                <a:latin typeface="Times New Roman" panose="02020603050405020304" pitchFamily="18" charset="0"/>
              </a:rPr>
              <a:t>如果随机变量的先验分布未知，假设其服从均匀分布，即参数在其变化范围内，取各个值的机会是相同的。</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a:extLst>
              <a:ext uri="{FF2B5EF4-FFF2-40B4-BE49-F238E27FC236}">
                <a16:creationId xmlns:a16="http://schemas.microsoft.com/office/drawing/2014/main" id="{183321F3-22EB-41BE-87F8-C7440223A01F}"/>
              </a:ext>
            </a:extLst>
          </p:cNvPr>
          <p:cNvSpPr>
            <a:spLocks noGrp="1" noChangeArrowheads="1"/>
          </p:cNvSpPr>
          <p:nvPr>
            <p:ph type="body" sz="half" idx="1"/>
          </p:nvPr>
        </p:nvSpPr>
        <p:spPr>
          <a:xfrm>
            <a:off x="250825" y="692150"/>
            <a:ext cx="8893175" cy="4525963"/>
          </a:xfrm>
        </p:spPr>
        <p:txBody>
          <a:bodyPr/>
          <a:lstStyle/>
          <a:p>
            <a:pPr marL="0" indent="0">
              <a:lnSpc>
                <a:spcPct val="90000"/>
              </a:lnSpc>
              <a:buFontTx/>
              <a:buNone/>
            </a:pPr>
            <a:r>
              <a:rPr lang="en-US" altLang="zh-CN" b="1" dirty="0">
                <a:latin typeface="宋体" panose="02010600030101010101" pitchFamily="2" charset="-122"/>
              </a:rPr>
              <a:t>4. </a:t>
            </a:r>
            <a:r>
              <a:rPr lang="zh-CN" altLang="en-US" b="1" dirty="0">
                <a:latin typeface="宋体" panose="02010600030101010101" pitchFamily="2" charset="-122"/>
              </a:rPr>
              <a:t>连续函数的</a:t>
            </a:r>
            <a:r>
              <a:rPr lang="en-US" altLang="zh-CN" b="1" dirty="0">
                <a:latin typeface="宋体" panose="02010600030101010101" pitchFamily="2" charset="-122"/>
              </a:rPr>
              <a:t>Bayes</a:t>
            </a:r>
            <a:r>
              <a:rPr lang="zh-CN" altLang="en-US" b="1" dirty="0">
                <a:latin typeface="宋体" panose="02010600030101010101" pitchFamily="2" charset="-122"/>
              </a:rPr>
              <a:t>定理</a:t>
            </a:r>
          </a:p>
          <a:p>
            <a:pPr marL="0" indent="0">
              <a:lnSpc>
                <a:spcPct val="125000"/>
              </a:lnSpc>
              <a:buFontTx/>
              <a:buNone/>
            </a:pPr>
            <a:r>
              <a:rPr lang="zh-CN" altLang="en-US" sz="2800" dirty="0"/>
              <a:t>       </a:t>
            </a:r>
            <a:r>
              <a:rPr lang="zh-CN" altLang="en-US" sz="2800" b="1" dirty="0">
                <a:latin typeface="Times New Roman" panose="02020603050405020304" pitchFamily="18" charset="0"/>
              </a:rPr>
              <a:t>假定随机向量 </a:t>
            </a:r>
            <a:r>
              <a:rPr lang="en-US" altLang="zh-CN" sz="2800" b="1" i="1" dirty="0">
                <a:latin typeface="Times New Roman" panose="02020603050405020304" pitchFamily="18" charset="0"/>
              </a:rPr>
              <a:t>x</a:t>
            </a:r>
            <a:r>
              <a:rPr lang="zh-CN" altLang="en-US" sz="2800" b="1" dirty="0">
                <a:latin typeface="Times New Roman" panose="02020603050405020304" pitchFamily="18" charset="0"/>
              </a:rPr>
              <a:t>，</a:t>
            </a:r>
            <a:r>
              <a:rPr lang="zh-CN" altLang="en-US" sz="2800" b="1" i="1" dirty="0">
                <a:latin typeface="Times New Roman" panose="02020603050405020304" pitchFamily="18" charset="0"/>
                <a:sym typeface="Symbol" panose="05050102010706020507" pitchFamily="18" charset="2"/>
              </a:rPr>
              <a:t></a:t>
            </a:r>
            <a:r>
              <a:rPr lang="zh-CN" altLang="en-US" sz="2800" b="1" dirty="0">
                <a:latin typeface="Times New Roman" panose="02020603050405020304" pitchFamily="18" charset="0"/>
              </a:rPr>
              <a:t> 的联合分布密度是 </a:t>
            </a:r>
            <a:r>
              <a:rPr lang="en-US" altLang="zh-CN" sz="2800" b="1" i="1" dirty="0">
                <a:latin typeface="Times New Roman" panose="02020603050405020304" pitchFamily="18" charset="0"/>
              </a:rPr>
              <a:t>h </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 </a:t>
            </a:r>
            <a:r>
              <a:rPr lang="en-US" altLang="zh-CN" sz="2800" b="1" i="1" dirty="0">
                <a:latin typeface="Times New Roman" panose="02020603050405020304" pitchFamily="18" charset="0"/>
                <a:sym typeface="Symbol" panose="05050102010706020507" pitchFamily="18" charset="2"/>
              </a:rPr>
              <a:t> </a:t>
            </a:r>
            <a:r>
              <a:rPr lang="en-US" altLang="zh-CN" sz="2800" b="1" dirty="0">
                <a:latin typeface="Times New Roman" panose="02020603050405020304" pitchFamily="18" charset="0"/>
                <a:sym typeface="Symbol" panose="05050102010706020507" pitchFamily="18" charset="2"/>
              </a:rPr>
              <a:t>)</a:t>
            </a:r>
            <a:r>
              <a:rPr lang="zh-CN" altLang="en-US" sz="2800" b="1" dirty="0">
                <a:latin typeface="Times New Roman" panose="02020603050405020304" pitchFamily="18" charset="0"/>
              </a:rPr>
              <a:t>，边缘概率为 </a:t>
            </a:r>
            <a:r>
              <a:rPr lang="en-US" altLang="zh-CN" sz="2800" b="1" i="1" dirty="0">
                <a:latin typeface="Times New Roman" panose="02020603050405020304" pitchFamily="18" charset="0"/>
              </a:rPr>
              <a:t>m </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a:t>
            </a:r>
          </a:p>
          <a:p>
            <a:pPr marL="0" indent="0">
              <a:lnSpc>
                <a:spcPct val="125000"/>
              </a:lnSpc>
              <a:buFontTx/>
              <a:buNone/>
            </a:pPr>
            <a:r>
              <a:rPr lang="zh-CN" altLang="en-US" sz="2800" b="1" dirty="0">
                <a:latin typeface="Times New Roman" panose="02020603050405020304" pitchFamily="18" charset="0"/>
              </a:rPr>
              <a:t>         一般假设 </a:t>
            </a:r>
            <a:r>
              <a:rPr lang="en-US" altLang="zh-CN" sz="2800" b="1" i="1" dirty="0">
                <a:latin typeface="Times New Roman" panose="02020603050405020304" pitchFamily="18" charset="0"/>
              </a:rPr>
              <a:t>x </a:t>
            </a:r>
            <a:r>
              <a:rPr lang="zh-CN" altLang="en-US" sz="2800" b="1" dirty="0">
                <a:latin typeface="Times New Roman" panose="02020603050405020304" pitchFamily="18" charset="0"/>
              </a:rPr>
              <a:t>是观测向量，</a:t>
            </a:r>
            <a:r>
              <a:rPr lang="zh-CN" altLang="en-US" sz="2800" b="1" i="1" dirty="0">
                <a:latin typeface="Times New Roman" panose="02020603050405020304" pitchFamily="18" charset="0"/>
                <a:sym typeface="Symbol" panose="05050102010706020507" pitchFamily="18" charset="2"/>
              </a:rPr>
              <a:t></a:t>
            </a:r>
            <a:r>
              <a:rPr lang="zh-CN" altLang="en-US" sz="2800" b="1" dirty="0">
                <a:latin typeface="Times New Roman" panose="02020603050405020304" pitchFamily="18" charset="0"/>
              </a:rPr>
              <a:t> 是未知参数向量。通过对观测向量 </a:t>
            </a:r>
            <a:r>
              <a:rPr lang="en-US" altLang="zh-CN" sz="2800" b="1" i="1" dirty="0">
                <a:latin typeface="Times New Roman" panose="02020603050405020304" pitchFamily="18" charset="0"/>
              </a:rPr>
              <a:t>x </a:t>
            </a:r>
            <a:r>
              <a:rPr lang="zh-CN" altLang="en-US" sz="2800" b="1" dirty="0">
                <a:latin typeface="Times New Roman" panose="02020603050405020304" pitchFamily="18" charset="0"/>
              </a:rPr>
              <a:t>采样，来获取对未知参数向量</a:t>
            </a:r>
            <a:r>
              <a:rPr lang="zh-CN" altLang="en-US" sz="2800" b="1" i="1" dirty="0">
                <a:latin typeface="Times New Roman" panose="02020603050405020304" pitchFamily="18" charset="0"/>
                <a:sym typeface="Symbol" panose="05050102010706020507" pitchFamily="18" charset="2"/>
              </a:rPr>
              <a:t> </a:t>
            </a:r>
            <a:r>
              <a:rPr lang="zh-CN" altLang="en-US" sz="2800" b="1" dirty="0">
                <a:latin typeface="Times New Roman" panose="02020603050405020304" pitchFamily="18" charset="0"/>
              </a:rPr>
              <a:t>的估计。</a:t>
            </a:r>
          </a:p>
          <a:p>
            <a:pPr marL="0" indent="0">
              <a:lnSpc>
                <a:spcPct val="125000"/>
              </a:lnSpc>
              <a:buFontTx/>
              <a:buNone/>
            </a:pPr>
            <a:r>
              <a:rPr lang="zh-CN" altLang="en-US" sz="2800" b="1" dirty="0">
                <a:latin typeface="Times New Roman" panose="02020603050405020304" pitchFamily="18" charset="0"/>
              </a:rPr>
              <a:t>          连续型的</a:t>
            </a:r>
            <a:r>
              <a:rPr lang="en-US" altLang="zh-CN" sz="2800" b="1" dirty="0">
                <a:latin typeface="Times New Roman" panose="02020603050405020304" pitchFamily="18" charset="0"/>
              </a:rPr>
              <a:t>Bayes</a:t>
            </a:r>
            <a:r>
              <a:rPr lang="zh-CN" altLang="en-US" sz="2800" b="1" dirty="0">
                <a:latin typeface="Times New Roman" panose="02020603050405020304" pitchFamily="18" charset="0"/>
              </a:rPr>
              <a:t>定理表示为</a:t>
            </a:r>
            <a:r>
              <a:rPr lang="en-US" altLang="zh-CN" sz="2800" b="1" dirty="0">
                <a:latin typeface="Times New Roman" panose="02020603050405020304" pitchFamily="18" charset="0"/>
              </a:rPr>
              <a:t>:      </a:t>
            </a:r>
          </a:p>
        </p:txBody>
      </p:sp>
      <p:sp>
        <p:nvSpPr>
          <p:cNvPr id="9237" name="Text Box 21">
            <a:extLst>
              <a:ext uri="{FF2B5EF4-FFF2-40B4-BE49-F238E27FC236}">
                <a16:creationId xmlns:a16="http://schemas.microsoft.com/office/drawing/2014/main" id="{AC4CEAB4-D532-4311-AEBA-0D5FE9EF59C5}"/>
              </a:ext>
            </a:extLst>
          </p:cNvPr>
          <p:cNvSpPr txBox="1">
            <a:spLocks noChangeArrowheads="1"/>
          </p:cNvSpPr>
          <p:nvPr/>
        </p:nvSpPr>
        <p:spPr bwMode="auto">
          <a:xfrm>
            <a:off x="827088" y="5584825"/>
            <a:ext cx="51133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latin typeface="Times New Roman" panose="02020603050405020304" pitchFamily="18" charset="0"/>
              </a:rPr>
              <a:t>其中，</a:t>
            </a:r>
            <a:r>
              <a:rPr lang="zh-CN" altLang="en-US" sz="2800" b="1" i="1">
                <a:latin typeface="Times New Roman" panose="02020603050405020304" pitchFamily="18" charset="0"/>
                <a:sym typeface="Symbol" panose="05050102010706020507" pitchFamily="18" charset="2"/>
              </a:rPr>
              <a:t> </a:t>
            </a:r>
            <a:r>
              <a:rPr lang="en-US" altLang="zh-CN" sz="2800" b="1">
                <a:latin typeface="Times New Roman" panose="02020603050405020304" pitchFamily="18" charset="0"/>
                <a:sym typeface="Symbol" panose="05050102010706020507" pitchFamily="18" charset="2"/>
              </a:rPr>
              <a:t>(</a:t>
            </a:r>
            <a:r>
              <a:rPr lang="en-US" altLang="zh-CN" sz="2800" b="1" i="1">
                <a:latin typeface="Times New Roman" panose="02020603050405020304" pitchFamily="18" charset="0"/>
                <a:sym typeface="Symbol" panose="05050102010706020507" pitchFamily="18" charset="2"/>
              </a:rPr>
              <a:t> </a:t>
            </a:r>
            <a:r>
              <a:rPr lang="en-US" altLang="zh-CN" sz="2800" b="1">
                <a:latin typeface="Times New Roman" panose="02020603050405020304" pitchFamily="18" charset="0"/>
                <a:sym typeface="Symbol" panose="05050102010706020507" pitchFamily="18" charset="2"/>
              </a:rPr>
              <a:t>)</a:t>
            </a:r>
            <a:r>
              <a:rPr lang="zh-CN" altLang="en-US" sz="2800" b="1">
                <a:latin typeface="Times New Roman" panose="02020603050405020304" pitchFamily="18" charset="0"/>
                <a:sym typeface="Symbol" panose="05050102010706020507" pitchFamily="18" charset="2"/>
              </a:rPr>
              <a:t>是 </a:t>
            </a:r>
            <a:r>
              <a:rPr lang="zh-CN" altLang="en-US" sz="2800" b="1" i="1">
                <a:latin typeface="Times New Roman" panose="02020603050405020304" pitchFamily="18" charset="0"/>
                <a:sym typeface="Symbol" panose="05050102010706020507" pitchFamily="18" charset="2"/>
              </a:rPr>
              <a:t>  </a:t>
            </a:r>
            <a:r>
              <a:rPr lang="zh-CN" altLang="en-US" sz="2800" b="1">
                <a:latin typeface="Times New Roman" panose="02020603050405020304" pitchFamily="18" charset="0"/>
                <a:sym typeface="Symbol" panose="05050102010706020507" pitchFamily="18" charset="2"/>
              </a:rPr>
              <a:t>的先验分布。</a:t>
            </a:r>
          </a:p>
        </p:txBody>
      </p:sp>
      <p:graphicFrame>
        <p:nvGraphicFramePr>
          <p:cNvPr id="9249" name="Object 33">
            <a:extLst>
              <a:ext uri="{FF2B5EF4-FFF2-40B4-BE49-F238E27FC236}">
                <a16:creationId xmlns:a16="http://schemas.microsoft.com/office/drawing/2014/main" id="{555EE4FA-64C9-4AC2-9E83-BCCB6D742969}"/>
              </a:ext>
            </a:extLst>
          </p:cNvPr>
          <p:cNvGraphicFramePr>
            <a:graphicFrameLocks noChangeAspect="1"/>
          </p:cNvGraphicFramePr>
          <p:nvPr/>
        </p:nvGraphicFramePr>
        <p:xfrm>
          <a:off x="3527425" y="7678738"/>
          <a:ext cx="792163" cy="487362"/>
        </p:xfrm>
        <a:graphic>
          <a:graphicData uri="http://schemas.openxmlformats.org/presentationml/2006/ole">
            <mc:AlternateContent xmlns:mc="http://schemas.openxmlformats.org/markup-compatibility/2006">
              <mc:Choice xmlns:v="urn:schemas-microsoft-com:vml" Requires="v">
                <p:oleObj name="公式" r:id="rId2" imgW="330120" imgH="203040" progId="Equation.3">
                  <p:embed/>
                </p:oleObj>
              </mc:Choice>
              <mc:Fallback>
                <p:oleObj name="公式" r:id="rId2" imgW="330120" imgH="203040" progId="Equation.3">
                  <p:embed/>
                  <p:pic>
                    <p:nvPicPr>
                      <p:cNvPr id="0" name="Object 33"/>
                      <p:cNvPicPr>
                        <a:picLocks noChangeAspect="1" noChangeArrowheads="1"/>
                      </p:cNvPicPr>
                      <p:nvPr/>
                    </p:nvPicPr>
                    <p:blipFill>
                      <a:blip r:embed="rId3">
                        <a:lum bright="100000"/>
                        <a:extLst>
                          <a:ext uri="{28A0092B-C50C-407E-A947-70E740481C1C}">
                            <a14:useLocalDpi xmlns:a14="http://schemas.microsoft.com/office/drawing/2010/main" val="0"/>
                          </a:ext>
                        </a:extLst>
                      </a:blip>
                      <a:srcRect/>
                      <a:stretch>
                        <a:fillRect/>
                      </a:stretch>
                    </p:blipFill>
                    <p:spPr bwMode="auto">
                      <a:xfrm>
                        <a:off x="3527425" y="7678738"/>
                        <a:ext cx="792163" cy="487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53" name="Object 37">
            <a:extLst>
              <a:ext uri="{FF2B5EF4-FFF2-40B4-BE49-F238E27FC236}">
                <a16:creationId xmlns:a16="http://schemas.microsoft.com/office/drawing/2014/main" id="{366E07B7-519F-4C4C-A0A3-92BD962C1050}"/>
              </a:ext>
            </a:extLst>
          </p:cNvPr>
          <p:cNvGraphicFramePr>
            <a:graphicFrameLocks noChangeAspect="1"/>
          </p:cNvGraphicFramePr>
          <p:nvPr/>
        </p:nvGraphicFramePr>
        <p:xfrm>
          <a:off x="1484313" y="4292600"/>
          <a:ext cx="6007100" cy="1062038"/>
        </p:xfrm>
        <a:graphic>
          <a:graphicData uri="http://schemas.openxmlformats.org/presentationml/2006/ole">
            <mc:AlternateContent xmlns:mc="http://schemas.openxmlformats.org/markup-compatibility/2006">
              <mc:Choice xmlns:v="urn:schemas-microsoft-com:vml" Requires="v">
                <p:oleObj name="公式" r:id="rId4" imgW="2450880" imgH="495000" progId="Equation.3">
                  <p:embed/>
                </p:oleObj>
              </mc:Choice>
              <mc:Fallback>
                <p:oleObj name="公式" r:id="rId4" imgW="2450880" imgH="495000" progId="Equation.3">
                  <p:embed/>
                  <p:pic>
                    <p:nvPicPr>
                      <p:cNvPr id="0" name="Object 37"/>
                      <p:cNvPicPr>
                        <a:picLocks noChangeAspect="1" noChangeArrowheads="1"/>
                      </p:cNvPicPr>
                      <p:nvPr/>
                    </p:nvPicPr>
                    <p:blipFill>
                      <a:blip r:embed="rId5">
                        <a:lum bright="100000"/>
                        <a:extLst>
                          <a:ext uri="{28A0092B-C50C-407E-A947-70E740481C1C}">
                            <a14:useLocalDpi xmlns:a14="http://schemas.microsoft.com/office/drawing/2010/main" val="0"/>
                          </a:ext>
                        </a:extLst>
                      </a:blip>
                      <a:srcRect/>
                      <a:stretch>
                        <a:fillRect/>
                      </a:stretch>
                    </p:blipFill>
                    <p:spPr bwMode="auto">
                      <a:xfrm>
                        <a:off x="1484313" y="4292600"/>
                        <a:ext cx="6007100" cy="1062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a:extLst>
              <a:ext uri="{FF2B5EF4-FFF2-40B4-BE49-F238E27FC236}">
                <a16:creationId xmlns:a16="http://schemas.microsoft.com/office/drawing/2014/main" id="{CECFA628-B6F0-4FE9-ACC1-93BEC2287537}"/>
              </a:ext>
            </a:extLst>
          </p:cNvPr>
          <p:cNvSpPr>
            <a:spLocks noGrp="1" noChangeArrowheads="1"/>
          </p:cNvSpPr>
          <p:nvPr>
            <p:ph type="body" sz="half" idx="1"/>
          </p:nvPr>
        </p:nvSpPr>
        <p:spPr>
          <a:xfrm>
            <a:off x="457200" y="620713"/>
            <a:ext cx="8075613" cy="5505450"/>
          </a:xfrm>
        </p:spPr>
        <p:txBody>
          <a:bodyPr/>
          <a:lstStyle/>
          <a:p>
            <a:pPr>
              <a:buFontTx/>
              <a:buNone/>
            </a:pPr>
            <a:r>
              <a:rPr lang="en-US" altLang="zh-CN" b="1">
                <a:latin typeface="Times New Roman" panose="02020603050405020304" pitchFamily="18" charset="0"/>
              </a:rPr>
              <a:t>5. Bayes</a:t>
            </a:r>
            <a:r>
              <a:rPr lang="zh-CN" altLang="en-US" b="1">
                <a:latin typeface="Times New Roman" panose="02020603050405020304" pitchFamily="18" charset="0"/>
              </a:rPr>
              <a:t>方法对未知参数向量</a:t>
            </a:r>
            <a:r>
              <a:rPr lang="zh-CN" altLang="en-US" b="1" i="1">
                <a:latin typeface="Times New Roman" panose="02020603050405020304" pitchFamily="18" charset="0"/>
                <a:sym typeface="Symbol" panose="05050102010706020507" pitchFamily="18" charset="2"/>
              </a:rPr>
              <a:t> </a:t>
            </a:r>
            <a:r>
              <a:rPr lang="zh-CN" altLang="en-US" b="1">
                <a:latin typeface="Times New Roman" panose="02020603050405020304" pitchFamily="18" charset="0"/>
              </a:rPr>
              <a:t>的估计</a:t>
            </a:r>
          </a:p>
          <a:p>
            <a:pPr>
              <a:buFontTx/>
              <a:buNone/>
            </a:pPr>
            <a:r>
              <a:rPr lang="zh-CN" altLang="en-US" sz="2800" b="1">
                <a:latin typeface="Times New Roman" panose="02020603050405020304" pitchFamily="18" charset="0"/>
              </a:rPr>
              <a:t>       </a:t>
            </a:r>
          </a:p>
          <a:p>
            <a:pPr>
              <a:lnSpc>
                <a:spcPct val="125000"/>
              </a:lnSpc>
              <a:buFontTx/>
              <a:buNone/>
            </a:pPr>
            <a:r>
              <a:rPr lang="en-US" altLang="zh-CN" sz="2800" b="1">
                <a:solidFill>
                  <a:srgbClr val="FFFF00"/>
                </a:solidFill>
                <a:latin typeface="Times New Roman" panose="02020603050405020304" pitchFamily="18" charset="0"/>
              </a:rPr>
              <a:t>1)</a:t>
            </a:r>
            <a:r>
              <a:rPr lang="en-US" altLang="zh-CN" sz="2800" b="1">
                <a:latin typeface="Times New Roman" panose="02020603050405020304" pitchFamily="18" charset="0"/>
              </a:rPr>
              <a:t>  </a:t>
            </a:r>
            <a:r>
              <a:rPr lang="zh-CN" altLang="en-US" sz="2800" b="1">
                <a:latin typeface="Times New Roman" panose="02020603050405020304" pitchFamily="18" charset="0"/>
              </a:rPr>
              <a:t>将未知参数</a:t>
            </a:r>
            <a:r>
              <a:rPr lang="zh-CN" altLang="en-US" sz="2800" b="1" i="1">
                <a:latin typeface="Times New Roman" panose="02020603050405020304" pitchFamily="18" charset="0"/>
                <a:sym typeface="Symbol" panose="05050102010706020507" pitchFamily="18" charset="2"/>
              </a:rPr>
              <a:t></a:t>
            </a:r>
            <a:r>
              <a:rPr lang="zh-CN" altLang="en-US" sz="2800" b="1">
                <a:latin typeface="Times New Roman" panose="02020603050405020304" pitchFamily="18" charset="0"/>
              </a:rPr>
              <a:t>  看成随机向量；</a:t>
            </a:r>
            <a:r>
              <a:rPr lang="en-US" altLang="zh-CN" sz="2800" b="1">
                <a:latin typeface="Times New Roman" panose="02020603050405020304" pitchFamily="18" charset="0"/>
              </a:rPr>
              <a:t>(</a:t>
            </a:r>
            <a:r>
              <a:rPr lang="zh-CN" altLang="en-US" sz="2800" b="1">
                <a:latin typeface="Times New Roman" panose="02020603050405020304" pitchFamily="18" charset="0"/>
              </a:rPr>
              <a:t>这是与传统估计方法的最大区别</a:t>
            </a:r>
            <a:r>
              <a:rPr lang="en-US" altLang="zh-CN" sz="2800" b="1">
                <a:latin typeface="Times New Roman" panose="02020603050405020304" pitchFamily="18" charset="0"/>
              </a:rPr>
              <a:t>)</a:t>
            </a:r>
          </a:p>
          <a:p>
            <a:pPr>
              <a:lnSpc>
                <a:spcPct val="125000"/>
              </a:lnSpc>
              <a:buFontTx/>
              <a:buNone/>
            </a:pPr>
            <a:r>
              <a:rPr lang="en-US" altLang="zh-CN" sz="2800" b="1">
                <a:latin typeface="Times New Roman" panose="02020603050405020304" pitchFamily="18" charset="0"/>
              </a:rPr>
              <a:t>    </a:t>
            </a:r>
          </a:p>
          <a:p>
            <a:pPr>
              <a:lnSpc>
                <a:spcPct val="125000"/>
              </a:lnSpc>
              <a:buFontTx/>
              <a:buNone/>
            </a:pPr>
            <a:r>
              <a:rPr lang="en-US" altLang="zh-CN" sz="2800" b="1">
                <a:solidFill>
                  <a:srgbClr val="FFFF00"/>
                </a:solidFill>
                <a:latin typeface="Times New Roman" panose="02020603050405020304" pitchFamily="18" charset="0"/>
              </a:rPr>
              <a:t>2)</a:t>
            </a:r>
            <a:r>
              <a:rPr lang="en-US" altLang="zh-CN" sz="2800" b="1">
                <a:latin typeface="Times New Roman" panose="02020603050405020304" pitchFamily="18" charset="0"/>
              </a:rPr>
              <a:t>  </a:t>
            </a:r>
            <a:r>
              <a:rPr lang="zh-CN" altLang="en-US" sz="2800" b="1">
                <a:latin typeface="Times New Roman" panose="02020603050405020304" pitchFamily="18" charset="0"/>
              </a:rPr>
              <a:t>根据对参数</a:t>
            </a:r>
            <a:r>
              <a:rPr lang="zh-CN" altLang="en-US" sz="2800" b="1" i="1">
                <a:latin typeface="Times New Roman" panose="02020603050405020304" pitchFamily="18" charset="0"/>
                <a:sym typeface="Symbol" panose="05050102010706020507" pitchFamily="18" charset="2"/>
              </a:rPr>
              <a:t></a:t>
            </a:r>
            <a:r>
              <a:rPr lang="zh-CN" altLang="en-US" sz="2800" b="1">
                <a:latin typeface="Times New Roman" panose="02020603050405020304" pitchFamily="18" charset="0"/>
              </a:rPr>
              <a:t>  的知识，假设其先验分布</a:t>
            </a:r>
            <a:r>
              <a:rPr lang="zh-CN" altLang="en-US" sz="2800" b="1" i="1">
                <a:latin typeface="Times New Roman" panose="02020603050405020304" pitchFamily="18" charset="0"/>
                <a:sym typeface="Symbol" panose="05050102010706020507" pitchFamily="18" charset="2"/>
              </a:rPr>
              <a:t> </a:t>
            </a:r>
            <a:r>
              <a:rPr lang="en-US" altLang="zh-CN" sz="2800" b="1">
                <a:latin typeface="Times New Roman" panose="02020603050405020304" pitchFamily="18" charset="0"/>
                <a:sym typeface="Symbol" panose="05050102010706020507" pitchFamily="18" charset="2"/>
              </a:rPr>
              <a:t>(</a:t>
            </a:r>
            <a:r>
              <a:rPr lang="en-US" altLang="zh-CN" sz="2800" b="1" i="1">
                <a:latin typeface="Times New Roman" panose="02020603050405020304" pitchFamily="18" charset="0"/>
                <a:sym typeface="Symbol" panose="05050102010706020507" pitchFamily="18" charset="2"/>
              </a:rPr>
              <a:t> </a:t>
            </a:r>
            <a:r>
              <a:rPr lang="en-US" altLang="zh-CN" sz="2800" b="1">
                <a:latin typeface="Times New Roman" panose="02020603050405020304" pitchFamily="18" charset="0"/>
                <a:sym typeface="Symbol" panose="05050102010706020507" pitchFamily="18" charset="2"/>
              </a:rPr>
              <a:t>)</a:t>
            </a:r>
            <a:r>
              <a:rPr lang="zh-CN" altLang="en-US" sz="2800" b="1">
                <a:latin typeface="Times New Roman" panose="02020603050405020304" pitchFamily="18" charset="0"/>
              </a:rPr>
              <a:t>；</a:t>
            </a:r>
          </a:p>
          <a:p>
            <a:pPr>
              <a:lnSpc>
                <a:spcPct val="125000"/>
              </a:lnSpc>
              <a:buFontTx/>
              <a:buNone/>
            </a:pPr>
            <a:r>
              <a:rPr lang="zh-CN" altLang="en-US" sz="2800" b="1">
                <a:latin typeface="Times New Roman" panose="02020603050405020304" pitchFamily="18" charset="0"/>
              </a:rPr>
              <a:t>           </a:t>
            </a:r>
          </a:p>
          <a:p>
            <a:pPr>
              <a:lnSpc>
                <a:spcPct val="125000"/>
              </a:lnSpc>
              <a:buFontTx/>
              <a:buNone/>
            </a:pPr>
            <a:r>
              <a:rPr lang="en-US" altLang="zh-CN" sz="2800" b="1">
                <a:solidFill>
                  <a:srgbClr val="FFFF00"/>
                </a:solidFill>
                <a:latin typeface="Times New Roman" panose="02020603050405020304" pitchFamily="18" charset="0"/>
              </a:rPr>
              <a:t>3)</a:t>
            </a:r>
            <a:r>
              <a:rPr lang="en-US" altLang="zh-CN" sz="2800" b="1">
                <a:latin typeface="Times New Roman" panose="02020603050405020304" pitchFamily="18" charset="0"/>
              </a:rPr>
              <a:t>  </a:t>
            </a:r>
            <a:r>
              <a:rPr lang="zh-CN" altLang="en-US" sz="2800" b="1">
                <a:latin typeface="Times New Roman" panose="02020603050405020304" pitchFamily="18" charset="0"/>
              </a:rPr>
              <a:t>根据贝叶斯公式及观察样本 </a:t>
            </a:r>
            <a:r>
              <a:rPr lang="en-US" altLang="zh-CN" sz="2800" b="1" i="1">
                <a:latin typeface="Times New Roman" panose="02020603050405020304" pitchFamily="18" charset="0"/>
              </a:rPr>
              <a:t>x</a:t>
            </a:r>
            <a:r>
              <a:rPr lang="zh-CN" altLang="en-US" sz="2800" b="1">
                <a:latin typeface="Times New Roman" panose="02020603050405020304" pitchFamily="18" charset="0"/>
              </a:rPr>
              <a:t>，计算其后验分布密度，对未知参数</a:t>
            </a:r>
            <a:r>
              <a:rPr lang="zh-CN" altLang="en-US" sz="2800" b="1" i="1">
                <a:latin typeface="Times New Roman" panose="02020603050405020304" pitchFamily="18" charset="0"/>
                <a:sym typeface="Symbol" panose="05050102010706020507" pitchFamily="18" charset="2"/>
              </a:rPr>
              <a:t></a:t>
            </a:r>
            <a:r>
              <a:rPr lang="zh-CN" altLang="en-US" sz="2800" b="1">
                <a:latin typeface="Times New Roman" panose="02020603050405020304" pitchFamily="18" charset="0"/>
              </a:rPr>
              <a:t>  进行估计。</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1026FC16-D8EF-4448-BD80-9140A92D0D9F}"/>
              </a:ext>
            </a:extLst>
          </p:cNvPr>
          <p:cNvSpPr>
            <a:spLocks noGrp="1" noChangeArrowheads="1"/>
          </p:cNvSpPr>
          <p:nvPr>
            <p:ph type="title"/>
          </p:nvPr>
        </p:nvSpPr>
        <p:spPr/>
        <p:txBody>
          <a:bodyPr/>
          <a:lstStyle/>
          <a:p>
            <a:pPr algn="l"/>
            <a:r>
              <a:rPr lang="zh-CN" altLang="en-US" sz="3600" b="1">
                <a:solidFill>
                  <a:srgbClr val="FF0000"/>
                </a:solidFill>
                <a:effectLst/>
                <a:latin typeface="Times New Roman" panose="02020603050405020304" pitchFamily="18" charset="0"/>
              </a:rPr>
              <a:t>二、</a:t>
            </a:r>
            <a:r>
              <a:rPr lang="en-US" altLang="zh-CN" sz="3600" b="1">
                <a:solidFill>
                  <a:srgbClr val="FF0000"/>
                </a:solidFill>
                <a:effectLst/>
                <a:latin typeface="Times New Roman" panose="02020603050405020304" pitchFamily="18" charset="0"/>
              </a:rPr>
              <a:t>Bayes</a:t>
            </a:r>
            <a:r>
              <a:rPr lang="zh-CN" altLang="en-US" sz="3600" b="1">
                <a:solidFill>
                  <a:srgbClr val="FF0000"/>
                </a:solidFill>
                <a:effectLst/>
                <a:latin typeface="Times New Roman" panose="02020603050405020304" pitchFamily="18" charset="0"/>
              </a:rPr>
              <a:t>问题求解过程</a:t>
            </a:r>
          </a:p>
        </p:txBody>
      </p:sp>
      <p:sp>
        <p:nvSpPr>
          <p:cNvPr id="28675" name="Rectangle 3">
            <a:extLst>
              <a:ext uri="{FF2B5EF4-FFF2-40B4-BE49-F238E27FC236}">
                <a16:creationId xmlns:a16="http://schemas.microsoft.com/office/drawing/2014/main" id="{AAE7C913-A3D8-4874-BD6F-F74BC528244B}"/>
              </a:ext>
            </a:extLst>
          </p:cNvPr>
          <p:cNvSpPr>
            <a:spLocks noGrp="1" noChangeArrowheads="1"/>
          </p:cNvSpPr>
          <p:nvPr>
            <p:ph type="body" sz="half" idx="1"/>
          </p:nvPr>
        </p:nvSpPr>
        <p:spPr>
          <a:xfrm>
            <a:off x="323850" y="1412874"/>
            <a:ext cx="8459788" cy="4248373"/>
          </a:xfrm>
        </p:spPr>
        <p:txBody>
          <a:bodyPr/>
          <a:lstStyle/>
          <a:p>
            <a:pPr marL="0" indent="0">
              <a:lnSpc>
                <a:spcPct val="150000"/>
              </a:lnSpc>
              <a:buFontTx/>
              <a:buNone/>
            </a:pPr>
            <a:r>
              <a:rPr lang="en-US" altLang="zh-CN" b="1" dirty="0">
                <a:latin typeface="Times New Roman" panose="02020603050405020304" pitchFamily="18" charset="0"/>
              </a:rPr>
              <a:t>1. </a:t>
            </a:r>
            <a:r>
              <a:rPr lang="zh-CN" altLang="en-US" b="1" dirty="0">
                <a:latin typeface="Times New Roman" panose="02020603050405020304" pitchFamily="18" charset="0"/>
              </a:rPr>
              <a:t>先验分布的求取</a:t>
            </a:r>
          </a:p>
          <a:p>
            <a:pPr marL="0" indent="0">
              <a:lnSpc>
                <a:spcPct val="150000"/>
              </a:lnSpc>
              <a:buFontTx/>
              <a:buNone/>
            </a:pPr>
            <a:r>
              <a:rPr lang="zh-CN" altLang="en-US" sz="3600" b="1" dirty="0">
                <a:latin typeface="Times New Roman" panose="02020603050405020304" pitchFamily="18" charset="0"/>
              </a:rPr>
              <a:t>      </a:t>
            </a:r>
            <a:r>
              <a:rPr lang="zh-CN" altLang="en-US" sz="2800" b="1" dirty="0">
                <a:latin typeface="Times New Roman" panose="02020603050405020304" pitchFamily="18" charset="0"/>
              </a:rPr>
              <a:t>求先验概率分布是</a:t>
            </a:r>
            <a:r>
              <a:rPr lang="en-US" altLang="zh-CN" sz="2800" b="1" dirty="0">
                <a:latin typeface="Times New Roman" panose="02020603050405020304" pitchFamily="18" charset="0"/>
              </a:rPr>
              <a:t>Bayes</a:t>
            </a:r>
            <a:r>
              <a:rPr lang="zh-CN" altLang="en-US" sz="2800" b="1" dirty="0">
                <a:latin typeface="Times New Roman" panose="02020603050405020304" pitchFamily="18" charset="0"/>
              </a:rPr>
              <a:t>求解问题的第一步，也是较关键的一步。</a:t>
            </a:r>
          </a:p>
          <a:p>
            <a:pPr marL="0" indent="0">
              <a:lnSpc>
                <a:spcPct val="150000"/>
              </a:lnSpc>
              <a:buFontTx/>
              <a:buNone/>
            </a:pPr>
            <a:r>
              <a:rPr lang="zh-CN" altLang="en-US" b="1" dirty="0">
                <a:latin typeface="Times New Roman" panose="02020603050405020304" pitchFamily="18" charset="0"/>
              </a:rPr>
              <a:t>       </a:t>
            </a:r>
            <a:r>
              <a:rPr lang="zh-CN" altLang="en-US" sz="2800" b="1" dirty="0">
                <a:latin typeface="Times New Roman" panose="02020603050405020304" pitchFamily="18" charset="0"/>
              </a:rPr>
              <a:t>设 </a:t>
            </a:r>
            <a:r>
              <a:rPr lang="zh-CN" altLang="en-US" sz="2800" b="1" i="1" dirty="0">
                <a:latin typeface="Times New Roman" panose="02020603050405020304" pitchFamily="18" charset="0"/>
                <a:sym typeface="Symbol" panose="05050102010706020507" pitchFamily="18" charset="2"/>
              </a:rPr>
              <a:t> </a:t>
            </a:r>
            <a:r>
              <a:rPr lang="zh-CN" altLang="en-US" sz="2800" b="1" dirty="0">
                <a:latin typeface="Times New Roman" panose="02020603050405020304" pitchFamily="18" charset="0"/>
              </a:rPr>
              <a:t>为待估计参数，事件</a:t>
            </a:r>
            <a:r>
              <a:rPr lang="en-US" altLang="zh-CN" sz="2800" b="1" i="1" dirty="0">
                <a:latin typeface="Times New Roman" panose="02020603050405020304" pitchFamily="18" charset="0"/>
              </a:rPr>
              <a:t>x </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x</a:t>
            </a:r>
            <a:r>
              <a:rPr lang="en-US" altLang="zh-CN" sz="2800" b="1" baseline="-25000" dirty="0">
                <a:latin typeface="Times New Roman" panose="02020603050405020304" pitchFamily="18" charset="0"/>
              </a:rPr>
              <a:t>1</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x</a:t>
            </a:r>
            <a:r>
              <a:rPr lang="en-US" altLang="zh-CN" sz="2800" b="1" baseline="-25000" dirty="0">
                <a:latin typeface="Times New Roman" panose="02020603050405020304" pitchFamily="18" charset="0"/>
              </a:rPr>
              <a:t>2</a:t>
            </a:r>
            <a:r>
              <a:rPr lang="en-US" altLang="zh-CN" sz="2800" b="1" dirty="0">
                <a:latin typeface="Times New Roman" panose="02020603050405020304" pitchFamily="18" charset="0"/>
              </a:rPr>
              <a:t>, ……, </a:t>
            </a:r>
            <a:r>
              <a:rPr lang="en-US" altLang="zh-CN" sz="2800" b="1" i="1" dirty="0" err="1">
                <a:latin typeface="Times New Roman" panose="02020603050405020304" pitchFamily="18" charset="0"/>
              </a:rPr>
              <a:t>x</a:t>
            </a:r>
            <a:r>
              <a:rPr lang="en-US" altLang="zh-CN" sz="2800" b="1" i="1" baseline="-25000" dirty="0" err="1">
                <a:latin typeface="Times New Roman" panose="02020603050405020304" pitchFamily="18" charset="0"/>
              </a:rPr>
              <a:t>n</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为观测数据。</a:t>
            </a:r>
            <a:r>
              <a:rPr lang="zh-CN" altLang="en-US" sz="2800" b="1" i="1" dirty="0">
                <a:latin typeface="Times New Roman" panose="02020603050405020304" pitchFamily="18" charset="0"/>
                <a:sym typeface="Symbol" panose="05050102010706020507" pitchFamily="18" charset="2"/>
              </a:rPr>
              <a:t></a:t>
            </a:r>
            <a:r>
              <a:rPr lang="zh-CN" altLang="en-US" sz="2800" b="1" dirty="0">
                <a:latin typeface="Times New Roman" panose="02020603050405020304" pitchFamily="18" charset="0"/>
                <a:sym typeface="Symbol" panose="05050102010706020507" pitchFamily="18" charset="2"/>
              </a:rPr>
              <a:t> </a:t>
            </a:r>
            <a:r>
              <a:rPr lang="en-US" altLang="zh-CN" sz="2800" b="1" dirty="0">
                <a:latin typeface="Times New Roman" panose="02020603050405020304" pitchFamily="18" charset="0"/>
                <a:sym typeface="Symbol" panose="05050102010706020507" pitchFamily="18" charset="2"/>
              </a:rPr>
              <a:t>( </a:t>
            </a:r>
            <a:r>
              <a:rPr lang="en-US" altLang="zh-CN" sz="2800" b="1" i="1" dirty="0">
                <a:latin typeface="Times New Roman" panose="02020603050405020304" pitchFamily="18" charset="0"/>
                <a:sym typeface="Symbol" panose="05050102010706020507" pitchFamily="18" charset="2"/>
              </a:rPr>
              <a:t>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是参数 </a:t>
            </a:r>
            <a:r>
              <a:rPr lang="zh-CN" altLang="en-US" sz="2800" b="1" i="1" dirty="0">
                <a:latin typeface="Times New Roman" panose="02020603050405020304" pitchFamily="18" charset="0"/>
                <a:sym typeface="Symbol" panose="05050102010706020507" pitchFamily="18" charset="2"/>
              </a:rPr>
              <a:t>  </a:t>
            </a:r>
            <a:r>
              <a:rPr lang="zh-CN" altLang="en-US" sz="2800" b="1" dirty="0">
                <a:latin typeface="Times New Roman" panose="02020603050405020304" pitchFamily="18" charset="0"/>
              </a:rPr>
              <a:t>的先验分布。</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Text Box 3">
            <a:extLst>
              <a:ext uri="{FF2B5EF4-FFF2-40B4-BE49-F238E27FC236}">
                <a16:creationId xmlns:a16="http://schemas.microsoft.com/office/drawing/2014/main" id="{B8E8EF35-F7D5-487D-85EF-27414701CB9F}"/>
              </a:ext>
            </a:extLst>
          </p:cNvPr>
          <p:cNvSpPr txBox="1">
            <a:spLocks noChangeArrowheads="1"/>
          </p:cNvSpPr>
          <p:nvPr/>
        </p:nvSpPr>
        <p:spPr bwMode="auto">
          <a:xfrm>
            <a:off x="323850" y="908050"/>
            <a:ext cx="47164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 typeface="Wingdings" panose="05000000000000000000" pitchFamily="2" charset="2"/>
              <a:buNone/>
            </a:pPr>
            <a:r>
              <a:rPr kumimoji="1" lang="zh-CN" altLang="en-US" sz="3600" b="1">
                <a:latin typeface="Times New Roman" panose="02020603050405020304" pitchFamily="18" charset="0"/>
              </a:rPr>
              <a:t>先验分布的选取原则：</a:t>
            </a:r>
          </a:p>
        </p:txBody>
      </p:sp>
      <p:sp>
        <p:nvSpPr>
          <p:cNvPr id="89092" name="Text Box 4">
            <a:extLst>
              <a:ext uri="{FF2B5EF4-FFF2-40B4-BE49-F238E27FC236}">
                <a16:creationId xmlns:a16="http://schemas.microsoft.com/office/drawing/2014/main" id="{900912FF-7517-47CA-B5CD-83A92A0FBCDF}"/>
              </a:ext>
            </a:extLst>
          </p:cNvPr>
          <p:cNvSpPr txBox="1">
            <a:spLocks noChangeArrowheads="1"/>
          </p:cNvSpPr>
          <p:nvPr/>
        </p:nvSpPr>
        <p:spPr bwMode="auto">
          <a:xfrm>
            <a:off x="1547813" y="1628775"/>
            <a:ext cx="32004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 typeface="Wingdings" panose="05000000000000000000" pitchFamily="2" charset="2"/>
              <a:buNone/>
            </a:pPr>
            <a:endParaRPr kumimoji="1" lang="en-US" altLang="zh-CN" sz="2800" b="1" dirty="0">
              <a:latin typeface="Times New Roman" panose="02020603050405020304" pitchFamily="18" charset="0"/>
            </a:endParaRPr>
          </a:p>
          <a:p>
            <a:pPr>
              <a:lnSpc>
                <a:spcPct val="200000"/>
              </a:lnSpc>
              <a:buFont typeface="Wingdings" panose="05000000000000000000" pitchFamily="2" charset="2"/>
              <a:buChar char="ü"/>
            </a:pPr>
            <a:r>
              <a:rPr kumimoji="1" lang="zh-CN" altLang="en-US" sz="2800" b="1" dirty="0">
                <a:latin typeface="Times New Roman" panose="02020603050405020304" pitchFamily="18" charset="0"/>
              </a:rPr>
              <a:t>共轭分布</a:t>
            </a:r>
          </a:p>
          <a:p>
            <a:pPr>
              <a:lnSpc>
                <a:spcPct val="200000"/>
              </a:lnSpc>
              <a:buFont typeface="Wingdings" panose="05000000000000000000" pitchFamily="2" charset="2"/>
              <a:buChar char="ü"/>
            </a:pPr>
            <a:r>
              <a:rPr kumimoji="1" lang="zh-CN" altLang="en-US" sz="2800" b="1" dirty="0">
                <a:latin typeface="宋体" panose="02010600030101010101" pitchFamily="2" charset="-122"/>
              </a:rPr>
              <a:t>杰弗莱原则</a:t>
            </a:r>
            <a:r>
              <a:rPr kumimoji="1" lang="zh-CN" altLang="en-US" sz="2800" b="1" dirty="0">
                <a:latin typeface="Times New Roman" panose="02020603050405020304" pitchFamily="18" charset="0"/>
              </a:rPr>
              <a:t> </a:t>
            </a:r>
          </a:p>
          <a:p>
            <a:pPr>
              <a:lnSpc>
                <a:spcPct val="200000"/>
              </a:lnSpc>
              <a:buFont typeface="Wingdings" panose="05000000000000000000" pitchFamily="2" charset="2"/>
              <a:buChar char="ü"/>
            </a:pPr>
            <a:r>
              <a:rPr kumimoji="1" lang="zh-CN" altLang="en-US" sz="2800" b="1" dirty="0">
                <a:latin typeface="宋体" panose="02010600030101010101" pitchFamily="2" charset="-122"/>
              </a:rPr>
              <a:t>最大熵原则</a:t>
            </a:r>
            <a:endParaRPr kumimoji="1" lang="zh-CN" altLang="en-US" sz="2800" b="1" dirty="0">
              <a:latin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BEF866D4-247F-4EF2-8D75-5135AFDFD1CD}"/>
              </a:ext>
            </a:extLst>
          </p:cNvPr>
          <p:cNvSpPr>
            <a:spLocks noGrp="1" noChangeArrowheads="1"/>
          </p:cNvSpPr>
          <p:nvPr>
            <p:ph type="title"/>
          </p:nvPr>
        </p:nvSpPr>
        <p:spPr>
          <a:xfrm>
            <a:off x="250825" y="260350"/>
            <a:ext cx="4546600" cy="865188"/>
          </a:xfrm>
        </p:spPr>
        <p:txBody>
          <a:bodyPr/>
          <a:lstStyle/>
          <a:p>
            <a:pPr marL="838200" indent="-838200" algn="l"/>
            <a:r>
              <a:rPr lang="en-US" altLang="zh-CN" sz="3200" b="1">
                <a:solidFill>
                  <a:srgbClr val="FFFF00"/>
                </a:solidFill>
                <a:latin typeface="Times New Roman" panose="02020603050405020304" pitchFamily="18" charset="0"/>
              </a:rPr>
              <a:t>1) </a:t>
            </a:r>
            <a:r>
              <a:rPr lang="zh-CN" altLang="en-US" sz="3200" b="1">
                <a:solidFill>
                  <a:srgbClr val="FFFF00"/>
                </a:solidFill>
                <a:latin typeface="Times New Roman" panose="02020603050405020304" pitchFamily="18" charset="0"/>
              </a:rPr>
              <a:t>共轭分布族</a:t>
            </a:r>
            <a:r>
              <a:rPr lang="zh-CN" altLang="en-US" sz="3200" b="1">
                <a:latin typeface="Times New Roman" panose="02020603050405020304" pitchFamily="18" charset="0"/>
              </a:rPr>
              <a:t>	</a:t>
            </a:r>
          </a:p>
        </p:txBody>
      </p:sp>
      <p:sp>
        <p:nvSpPr>
          <p:cNvPr id="25603" name="Rectangle 3">
            <a:extLst>
              <a:ext uri="{FF2B5EF4-FFF2-40B4-BE49-F238E27FC236}">
                <a16:creationId xmlns:a16="http://schemas.microsoft.com/office/drawing/2014/main" id="{B5D98CA9-B746-433A-ABA4-EC86E9374651}"/>
              </a:ext>
            </a:extLst>
          </p:cNvPr>
          <p:cNvSpPr>
            <a:spLocks noGrp="1" noChangeArrowheads="1"/>
          </p:cNvSpPr>
          <p:nvPr>
            <p:ph type="body" idx="1"/>
          </p:nvPr>
        </p:nvSpPr>
        <p:spPr>
          <a:xfrm>
            <a:off x="250825" y="1196975"/>
            <a:ext cx="8686800" cy="5029200"/>
          </a:xfrm>
        </p:spPr>
        <p:txBody>
          <a:bodyPr/>
          <a:lstStyle/>
          <a:p>
            <a:pPr marL="0" indent="0">
              <a:lnSpc>
                <a:spcPct val="200000"/>
              </a:lnSpc>
              <a:buFontTx/>
              <a:buNone/>
            </a:pPr>
            <a:r>
              <a:rPr lang="en-US" altLang="zh-CN" sz="2800" b="1" dirty="0"/>
              <a:t>       </a:t>
            </a:r>
            <a:r>
              <a:rPr lang="zh-CN" altLang="en-US" sz="2800" b="1" dirty="0">
                <a:latin typeface="Times New Roman" panose="02020603050405020304" pitchFamily="18" charset="0"/>
              </a:rPr>
              <a:t>如果先验分布采取共轭分布族的函数，则根据贝叶斯公式计算得到的后验分布将会有与先验分布相同的函数形式。</a:t>
            </a:r>
          </a:p>
          <a:p>
            <a:pPr marL="0" indent="0">
              <a:lnSpc>
                <a:spcPct val="200000"/>
              </a:lnSpc>
              <a:buFontTx/>
              <a:buNone/>
            </a:pPr>
            <a:r>
              <a:rPr lang="zh-CN" altLang="en-US" sz="2800" b="1" dirty="0">
                <a:latin typeface="Times New Roman" panose="02020603050405020304" pitchFamily="18" charset="0"/>
              </a:rPr>
              <a:t>        共轭分布 </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后验分布与先验分布属于同一分布类型的分布。</a:t>
            </a:r>
            <a:r>
              <a:rPr lang="zh-CN" altLang="en-US" sz="2800" b="1" dirty="0"/>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3">
            <a:extLst>
              <a:ext uri="{FF2B5EF4-FFF2-40B4-BE49-F238E27FC236}">
                <a16:creationId xmlns:a16="http://schemas.microsoft.com/office/drawing/2014/main" id="{3962845D-4BDB-4CBC-BC7F-0A42A1D9FAB5}"/>
              </a:ext>
            </a:extLst>
          </p:cNvPr>
          <p:cNvSpPr>
            <a:spLocks noGrp="1" noChangeArrowheads="1"/>
          </p:cNvSpPr>
          <p:nvPr>
            <p:ph type="body" sz="half" idx="1"/>
          </p:nvPr>
        </p:nvSpPr>
        <p:spPr>
          <a:xfrm>
            <a:off x="323850" y="765175"/>
            <a:ext cx="8280400" cy="5256213"/>
          </a:xfrm>
          <a:noFill/>
          <a:ln/>
        </p:spPr>
        <p:txBody>
          <a:bodyPr/>
          <a:lstStyle/>
          <a:p>
            <a:pPr marL="0" indent="0">
              <a:buFontTx/>
              <a:buNone/>
            </a:pPr>
            <a:r>
              <a:rPr lang="zh-CN" altLang="en-US" b="1">
                <a:solidFill>
                  <a:srgbClr val="FFFF00"/>
                </a:solidFill>
                <a:latin typeface="Times New Roman" panose="02020603050405020304" pitchFamily="18" charset="0"/>
              </a:rPr>
              <a:t>共轭先验分布的优势：</a:t>
            </a:r>
          </a:p>
          <a:p>
            <a:pPr marL="0" indent="0">
              <a:buFontTx/>
              <a:buNone/>
            </a:pPr>
            <a:endParaRPr lang="zh-CN" altLang="en-US" b="1">
              <a:solidFill>
                <a:srgbClr val="FFFF00"/>
              </a:solidFill>
              <a:latin typeface="Times New Roman" panose="02020603050405020304" pitchFamily="18" charset="0"/>
            </a:endParaRPr>
          </a:p>
          <a:p>
            <a:pPr marL="0" indent="0"/>
            <a:endParaRPr lang="zh-CN" altLang="en-US" b="1">
              <a:latin typeface="Times New Roman" panose="02020603050405020304" pitchFamily="18" charset="0"/>
            </a:endParaRPr>
          </a:p>
          <a:p>
            <a:pPr marL="0" indent="0">
              <a:buFontTx/>
              <a:buNone/>
            </a:pPr>
            <a:endParaRPr lang="zh-CN" altLang="en-US" b="1">
              <a:latin typeface="Times New Roman" panose="02020603050405020304" pitchFamily="18" charset="0"/>
            </a:endParaRPr>
          </a:p>
          <a:p>
            <a:pPr marL="0" indent="0">
              <a:lnSpc>
                <a:spcPct val="125000"/>
              </a:lnSpc>
              <a:buFontTx/>
              <a:buNone/>
            </a:pPr>
            <a:r>
              <a:rPr lang="zh-CN" altLang="en-US" sz="2400">
                <a:latin typeface="Times New Roman" panose="02020603050405020304" pitchFamily="18" charset="0"/>
              </a:rPr>
              <a:t>          </a:t>
            </a:r>
            <a:r>
              <a:rPr lang="zh-CN" altLang="en-US" sz="2800" b="1">
                <a:latin typeface="Times New Roman" panose="02020603050405020304" pitchFamily="18" charset="0"/>
              </a:rPr>
              <a:t>从贝叶斯公式可以看出，由于</a:t>
            </a:r>
            <a:r>
              <a:rPr lang="en-US" altLang="zh-CN" sz="2800" b="1" i="1">
                <a:latin typeface="Times New Roman" panose="02020603050405020304" pitchFamily="18" charset="0"/>
                <a:sym typeface="Symbol" panose="05050102010706020507" pitchFamily="18" charset="2"/>
              </a:rPr>
              <a:t>p </a:t>
            </a:r>
            <a:r>
              <a:rPr lang="en-US" altLang="zh-CN" sz="2800" b="1">
                <a:latin typeface="Times New Roman" panose="02020603050405020304" pitchFamily="18" charset="0"/>
                <a:sym typeface="Symbol" panose="05050102010706020507" pitchFamily="18" charset="2"/>
              </a:rPr>
              <a:t>(</a:t>
            </a:r>
            <a:r>
              <a:rPr lang="en-US" altLang="zh-CN" sz="2800" b="1" i="1">
                <a:latin typeface="Times New Roman" panose="02020603050405020304" pitchFamily="18" charset="0"/>
                <a:sym typeface="Symbol" panose="05050102010706020507" pitchFamily="18" charset="2"/>
              </a:rPr>
              <a:t>x </a:t>
            </a:r>
            <a:r>
              <a:rPr lang="en-US" altLang="zh-CN" sz="2800" b="1">
                <a:latin typeface="Times New Roman" panose="02020603050405020304" pitchFamily="18" charset="0"/>
                <a:sym typeface="Symbol" panose="05050102010706020507" pitchFamily="18" charset="2"/>
              </a:rPr>
              <a:t>|</a:t>
            </a:r>
            <a:r>
              <a:rPr lang="en-US" altLang="zh-CN" sz="2800" b="1" i="1">
                <a:latin typeface="Times New Roman" panose="02020603050405020304" pitchFamily="18" charset="0"/>
                <a:sym typeface="Symbol" panose="05050102010706020507" pitchFamily="18" charset="2"/>
              </a:rPr>
              <a:t> </a:t>
            </a:r>
            <a:r>
              <a:rPr lang="en-US" altLang="zh-CN" sz="2800" b="1">
                <a:latin typeface="Times New Roman" panose="02020603050405020304" pitchFamily="18" charset="0"/>
                <a:sym typeface="Symbol" panose="05050102010706020507" pitchFamily="18" charset="2"/>
              </a:rPr>
              <a:t>) </a:t>
            </a:r>
            <a:r>
              <a:rPr lang="zh-CN" altLang="en-US" sz="2800" b="1">
                <a:latin typeface="Times New Roman" panose="02020603050405020304" pitchFamily="18" charset="0"/>
                <a:sym typeface="Symbol" panose="05050102010706020507" pitchFamily="18" charset="2"/>
              </a:rPr>
              <a:t>、</a:t>
            </a:r>
            <a:r>
              <a:rPr lang="en-US" altLang="zh-CN" sz="2800" b="1" i="1">
                <a:latin typeface="Times New Roman" panose="02020603050405020304" pitchFamily="18" charset="0"/>
                <a:sym typeface="Symbol" panose="05050102010706020507" pitchFamily="18" charset="2"/>
              </a:rPr>
              <a:t>m </a:t>
            </a:r>
            <a:r>
              <a:rPr lang="en-US" altLang="zh-CN" sz="2800" b="1">
                <a:latin typeface="Times New Roman" panose="02020603050405020304" pitchFamily="18" charset="0"/>
                <a:sym typeface="Symbol" panose="05050102010706020507" pitchFamily="18" charset="2"/>
              </a:rPr>
              <a:t>( </a:t>
            </a:r>
            <a:r>
              <a:rPr lang="en-US" altLang="zh-CN" sz="2800" b="1" i="1">
                <a:latin typeface="Times New Roman" panose="02020603050405020304" pitchFamily="18" charset="0"/>
                <a:sym typeface="Symbol" panose="05050102010706020507" pitchFamily="18" charset="2"/>
              </a:rPr>
              <a:t>x </a:t>
            </a:r>
            <a:r>
              <a:rPr lang="en-US" altLang="zh-CN" sz="2800" b="1">
                <a:latin typeface="Times New Roman" panose="02020603050405020304" pitchFamily="18" charset="0"/>
                <a:sym typeface="Symbol" panose="05050102010706020507" pitchFamily="18" charset="2"/>
              </a:rPr>
              <a:t>) </a:t>
            </a:r>
            <a:r>
              <a:rPr lang="zh-CN" altLang="en-US" sz="2800" b="1">
                <a:latin typeface="Times New Roman" panose="02020603050405020304" pitchFamily="18" charset="0"/>
                <a:sym typeface="Symbol" panose="05050102010706020507" pitchFamily="18" charset="2"/>
              </a:rPr>
              <a:t>项都没有参数</a:t>
            </a:r>
            <a:r>
              <a:rPr lang="zh-CN" altLang="en-US" sz="2800" b="1" i="1">
                <a:latin typeface="Times New Roman" panose="02020603050405020304" pitchFamily="18" charset="0"/>
                <a:sym typeface="Symbol" panose="05050102010706020507" pitchFamily="18" charset="2"/>
              </a:rPr>
              <a:t> </a:t>
            </a:r>
            <a:r>
              <a:rPr lang="zh-CN" altLang="en-US" sz="2800" b="1">
                <a:latin typeface="Times New Roman" panose="02020603050405020304" pitchFamily="18" charset="0"/>
                <a:sym typeface="Symbol" panose="05050102010706020507" pitchFamily="18" charset="2"/>
              </a:rPr>
              <a:t>，可以被当做正则化常数。</a:t>
            </a:r>
          </a:p>
          <a:p>
            <a:pPr marL="0" indent="0">
              <a:lnSpc>
                <a:spcPct val="125000"/>
              </a:lnSpc>
              <a:buFontTx/>
              <a:buNone/>
            </a:pPr>
            <a:r>
              <a:rPr lang="zh-CN" altLang="en-US" sz="2800" b="1">
                <a:latin typeface="Times New Roman" panose="02020603050405020304" pitchFamily="18" charset="0"/>
                <a:sym typeface="Symbol" panose="05050102010706020507" pitchFamily="18" charset="2"/>
              </a:rPr>
              <a:t>         此时，</a:t>
            </a:r>
            <a:r>
              <a:rPr lang="zh-CN" altLang="en-US" sz="2800" b="1" i="1">
                <a:latin typeface="Times New Roman" panose="02020603050405020304" pitchFamily="18" charset="0"/>
                <a:sym typeface="Symbol" panose="05050102010706020507" pitchFamily="18" charset="2"/>
              </a:rPr>
              <a:t> </a:t>
            </a:r>
            <a:r>
              <a:rPr lang="zh-CN" altLang="en-US" sz="2800" b="1">
                <a:latin typeface="Times New Roman" panose="02020603050405020304" pitchFamily="18" charset="0"/>
                <a:sym typeface="Symbol" panose="05050102010706020507" pitchFamily="18" charset="2"/>
              </a:rPr>
              <a:t>的后验分布</a:t>
            </a:r>
            <a:r>
              <a:rPr lang="zh-CN" altLang="en-US" sz="2800" b="1" i="1">
                <a:latin typeface="Times New Roman" panose="02020603050405020304" pitchFamily="18" charset="0"/>
                <a:sym typeface="Symbol" panose="05050102010706020507" pitchFamily="18" charset="2"/>
              </a:rPr>
              <a:t> </a:t>
            </a:r>
            <a:r>
              <a:rPr lang="en-US" altLang="zh-CN" sz="2800" b="1">
                <a:latin typeface="Times New Roman" panose="02020603050405020304" pitchFamily="18" charset="0"/>
                <a:sym typeface="Symbol" panose="05050102010706020507" pitchFamily="18" charset="2"/>
              </a:rPr>
              <a:t>(</a:t>
            </a:r>
            <a:r>
              <a:rPr lang="en-US" altLang="zh-CN" sz="2800" b="1" i="1">
                <a:latin typeface="Times New Roman" panose="02020603050405020304" pitchFamily="18" charset="0"/>
                <a:sym typeface="Symbol" panose="05050102010706020507" pitchFamily="18" charset="2"/>
              </a:rPr>
              <a:t> </a:t>
            </a:r>
            <a:r>
              <a:rPr lang="en-US" altLang="zh-CN" sz="2800" b="1">
                <a:latin typeface="Times New Roman" panose="02020603050405020304" pitchFamily="18" charset="0"/>
                <a:sym typeface="Symbol" panose="05050102010706020507" pitchFamily="18" charset="2"/>
              </a:rPr>
              <a:t>| </a:t>
            </a:r>
            <a:r>
              <a:rPr lang="en-US" altLang="zh-CN" sz="2800" b="1" i="1">
                <a:latin typeface="Times New Roman" panose="02020603050405020304" pitchFamily="18" charset="0"/>
                <a:sym typeface="Symbol" panose="05050102010706020507" pitchFamily="18" charset="2"/>
              </a:rPr>
              <a:t>x</a:t>
            </a:r>
            <a:r>
              <a:rPr lang="en-US" altLang="zh-CN" sz="2800" b="1">
                <a:latin typeface="Times New Roman" panose="02020603050405020304" pitchFamily="18" charset="0"/>
                <a:sym typeface="Symbol" panose="05050102010706020507" pitchFamily="18" charset="2"/>
              </a:rPr>
              <a:t>) </a:t>
            </a:r>
            <a:r>
              <a:rPr lang="zh-CN" altLang="en-US" sz="2800" b="1">
                <a:latin typeface="Times New Roman" panose="02020603050405020304" pitchFamily="18" charset="0"/>
                <a:sym typeface="Symbol" panose="05050102010706020507" pitchFamily="18" charset="2"/>
              </a:rPr>
              <a:t>正比于其先验分布 </a:t>
            </a:r>
            <a:r>
              <a:rPr lang="zh-CN" altLang="en-US" sz="2800" b="1" i="1">
                <a:latin typeface="Times New Roman" panose="02020603050405020304" pitchFamily="18" charset="0"/>
                <a:sym typeface="Symbol" panose="05050102010706020507" pitchFamily="18" charset="2"/>
              </a:rPr>
              <a:t> </a:t>
            </a:r>
            <a:r>
              <a:rPr lang="en-US" altLang="zh-CN" sz="2800" b="1">
                <a:latin typeface="Times New Roman" panose="02020603050405020304" pitchFamily="18" charset="0"/>
                <a:sym typeface="Symbol" panose="05050102010706020507" pitchFamily="18" charset="2"/>
              </a:rPr>
              <a:t>( </a:t>
            </a:r>
            <a:r>
              <a:rPr lang="en-US" altLang="zh-CN" sz="2800" b="1" i="1">
                <a:latin typeface="Times New Roman" panose="02020603050405020304" pitchFamily="18" charset="0"/>
                <a:sym typeface="Symbol" panose="05050102010706020507" pitchFamily="18" charset="2"/>
              </a:rPr>
              <a:t> </a:t>
            </a:r>
            <a:r>
              <a:rPr lang="en-US" altLang="zh-CN" sz="2800" b="1">
                <a:latin typeface="Times New Roman" panose="02020603050405020304" pitchFamily="18" charset="0"/>
                <a:sym typeface="Symbol" panose="05050102010706020507" pitchFamily="18" charset="2"/>
              </a:rPr>
              <a:t>)</a:t>
            </a:r>
            <a:r>
              <a:rPr lang="zh-CN" altLang="en-US" sz="2800" b="1">
                <a:latin typeface="Times New Roman" panose="02020603050405020304" pitchFamily="18" charset="0"/>
                <a:sym typeface="Symbol" panose="05050102010706020507" pitchFamily="18" charset="2"/>
              </a:rPr>
              <a:t>，如果先验分布是共轭函数族里的函数，则可以很快地补出所需的常数项，从而计算出后验分布。</a:t>
            </a:r>
          </a:p>
        </p:txBody>
      </p:sp>
      <p:graphicFrame>
        <p:nvGraphicFramePr>
          <p:cNvPr id="90117" name="Object 5">
            <a:extLst>
              <a:ext uri="{FF2B5EF4-FFF2-40B4-BE49-F238E27FC236}">
                <a16:creationId xmlns:a16="http://schemas.microsoft.com/office/drawing/2014/main" id="{88CAD192-8461-4801-B275-A9C27DF50C7C}"/>
              </a:ext>
            </a:extLst>
          </p:cNvPr>
          <p:cNvGraphicFramePr>
            <a:graphicFrameLocks noGrp="1" noChangeAspect="1"/>
          </p:cNvGraphicFramePr>
          <p:nvPr>
            <p:ph sz="half" idx="2"/>
          </p:nvPr>
        </p:nvGraphicFramePr>
        <p:xfrm>
          <a:off x="1979613" y="1700213"/>
          <a:ext cx="4038600" cy="1116012"/>
        </p:xfrm>
        <a:graphic>
          <a:graphicData uri="http://schemas.openxmlformats.org/presentationml/2006/ole">
            <mc:AlternateContent xmlns:mc="http://schemas.openxmlformats.org/markup-compatibility/2006">
              <mc:Choice xmlns:v="urn:schemas-microsoft-com:vml" Requires="v">
                <p:oleObj name="公式" r:id="rId2" imgW="1562040" imgH="431640" progId="Equation.3">
                  <p:embed/>
                </p:oleObj>
              </mc:Choice>
              <mc:Fallback>
                <p:oleObj name="公式" r:id="rId2" imgW="1562040" imgH="43164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1700213"/>
                        <a:ext cx="4038600" cy="1116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a:extLst>
              <a:ext uri="{FF2B5EF4-FFF2-40B4-BE49-F238E27FC236}">
                <a16:creationId xmlns:a16="http://schemas.microsoft.com/office/drawing/2014/main" id="{CB7EF90B-CBAF-4D36-9473-B17EED8A742F}"/>
              </a:ext>
            </a:extLst>
          </p:cNvPr>
          <p:cNvSpPr>
            <a:spLocks noGrp="1" noChangeArrowheads="1"/>
          </p:cNvSpPr>
          <p:nvPr>
            <p:ph type="body" sz="half" idx="1"/>
          </p:nvPr>
        </p:nvSpPr>
        <p:spPr>
          <a:xfrm>
            <a:off x="250825" y="260350"/>
            <a:ext cx="8569325" cy="3097213"/>
          </a:xfrm>
        </p:spPr>
        <p:txBody>
          <a:bodyPr/>
          <a:lstStyle/>
          <a:p>
            <a:pPr marL="0" indent="0">
              <a:lnSpc>
                <a:spcPct val="125000"/>
              </a:lnSpc>
              <a:buFontTx/>
              <a:buNone/>
            </a:pPr>
            <a:r>
              <a:rPr lang="en-US" altLang="zh-CN" b="1" dirty="0">
                <a:solidFill>
                  <a:srgbClr val="FFFF00"/>
                </a:solidFill>
                <a:latin typeface="Times New Roman" panose="02020603050405020304" pitchFamily="18" charset="0"/>
              </a:rPr>
              <a:t>2) </a:t>
            </a:r>
            <a:r>
              <a:rPr lang="zh-CN" altLang="en-US" b="1" dirty="0">
                <a:solidFill>
                  <a:srgbClr val="FFFF00"/>
                </a:solidFill>
                <a:latin typeface="Times New Roman" panose="02020603050405020304" pitchFamily="18" charset="0"/>
              </a:rPr>
              <a:t>最大熵原则</a:t>
            </a:r>
            <a:r>
              <a:rPr lang="zh-CN" altLang="en-US" sz="2800" b="1" dirty="0">
                <a:latin typeface="Times New Roman" panose="02020603050405020304" pitchFamily="18" charset="0"/>
              </a:rPr>
              <a:t>	</a:t>
            </a:r>
          </a:p>
          <a:p>
            <a:pPr marL="0" indent="0">
              <a:lnSpc>
                <a:spcPct val="125000"/>
              </a:lnSpc>
              <a:buFontTx/>
              <a:buNone/>
            </a:pPr>
            <a:r>
              <a:rPr lang="zh-CN" altLang="en-US" sz="2800" b="1" dirty="0">
                <a:solidFill>
                  <a:srgbClr val="FFFF00"/>
                </a:solidFill>
                <a:latin typeface="Times New Roman" panose="02020603050405020304" pitchFamily="18" charset="0"/>
              </a:rPr>
              <a:t>      熵的定义：</a:t>
            </a:r>
            <a:r>
              <a:rPr lang="zh-CN" altLang="en-US" sz="2800" b="1" dirty="0">
                <a:latin typeface="Times New Roman" panose="02020603050405020304" pitchFamily="18" charset="0"/>
              </a:rPr>
              <a:t>  </a:t>
            </a:r>
          </a:p>
          <a:p>
            <a:pPr marL="0" indent="0">
              <a:lnSpc>
                <a:spcPct val="125000"/>
              </a:lnSpc>
              <a:buFontTx/>
              <a:buNone/>
            </a:pPr>
            <a:r>
              <a:rPr lang="zh-CN" altLang="en-US" sz="2800" b="1" dirty="0">
                <a:latin typeface="Times New Roman" panose="02020603050405020304" pitchFamily="18" charset="0"/>
              </a:rPr>
              <a:t>        </a:t>
            </a:r>
            <a:r>
              <a:rPr lang="zh-CN" altLang="en-US" sz="2400" b="1" dirty="0">
                <a:latin typeface="Times New Roman" panose="02020603050405020304" pitchFamily="18" charset="0"/>
              </a:rPr>
              <a:t>设随机变量 </a:t>
            </a:r>
            <a:r>
              <a:rPr lang="en-US" altLang="zh-CN" sz="2400" b="1" i="1" dirty="0">
                <a:latin typeface="Times New Roman" panose="02020603050405020304" pitchFamily="18" charset="0"/>
              </a:rPr>
              <a:t>x </a:t>
            </a:r>
            <a:r>
              <a:rPr lang="zh-CN" altLang="en-US" sz="2400" b="1" dirty="0">
                <a:latin typeface="Times New Roman" panose="02020603050405020304" pitchFamily="18" charset="0"/>
              </a:rPr>
              <a:t>是离散的，它可取</a:t>
            </a:r>
            <a:r>
              <a:rPr lang="en-US" altLang="zh-CN" sz="2400" b="1" i="1" dirty="0">
                <a:latin typeface="Times New Roman" panose="02020603050405020304" pitchFamily="18" charset="0"/>
              </a:rPr>
              <a:t>a</a:t>
            </a:r>
            <a:r>
              <a:rPr lang="en-US" altLang="zh-CN" sz="2400" b="1" baseline="-25000" dirty="0">
                <a:latin typeface="Times New Roman" panose="02020603050405020304" pitchFamily="18" charset="0"/>
              </a:rPr>
              <a:t>1</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a</a:t>
            </a:r>
            <a:r>
              <a:rPr lang="en-US" altLang="zh-CN" sz="2400" b="1" baseline="-25000" dirty="0">
                <a:latin typeface="Times New Roman" panose="02020603050405020304" pitchFamily="18" charset="0"/>
              </a:rPr>
              <a:t>2</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a</a:t>
            </a:r>
            <a:r>
              <a:rPr lang="en-US" altLang="zh-CN" sz="2400" b="1" i="1" baseline="-25000" dirty="0">
                <a:latin typeface="Times New Roman" panose="02020603050405020304" pitchFamily="18" charset="0"/>
              </a:rPr>
              <a:t>i</a:t>
            </a:r>
            <a:r>
              <a:rPr lang="en-US" altLang="zh-CN" sz="2400" b="1" dirty="0">
                <a:latin typeface="Times New Roman" panose="02020603050405020304" pitchFamily="18" charset="0"/>
              </a:rPr>
              <a:t>, …, </a:t>
            </a:r>
            <a:r>
              <a:rPr lang="zh-CN" altLang="en-US" sz="2400" b="1" dirty="0">
                <a:latin typeface="Times New Roman" panose="02020603050405020304" pitchFamily="18" charset="0"/>
              </a:rPr>
              <a:t>个值，且</a:t>
            </a:r>
            <a:r>
              <a:rPr lang="en-US" altLang="zh-CN" sz="2400" b="1" i="1" dirty="0">
                <a:latin typeface="Times New Roman" panose="02020603050405020304" pitchFamily="18" charset="0"/>
              </a:rPr>
              <a:t>p </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x </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a</a:t>
            </a:r>
            <a:r>
              <a:rPr lang="en-US" altLang="zh-CN" sz="2400" b="1" i="1" baseline="-25000" dirty="0">
                <a:latin typeface="Times New Roman" panose="02020603050405020304" pitchFamily="18" charset="0"/>
              </a:rPr>
              <a:t>i </a:t>
            </a:r>
            <a:r>
              <a:rPr lang="en-US" altLang="zh-CN" sz="2400" b="1" dirty="0">
                <a:latin typeface="Times New Roman" panose="02020603050405020304" pitchFamily="18" charset="0"/>
              </a:rPr>
              <a:t>) = </a:t>
            </a:r>
            <a:r>
              <a:rPr lang="en-US" altLang="zh-CN" sz="2400" b="1" i="1" dirty="0">
                <a:latin typeface="Times New Roman" panose="02020603050405020304" pitchFamily="18" charset="0"/>
              </a:rPr>
              <a:t>p</a:t>
            </a:r>
            <a:r>
              <a:rPr lang="en-US" altLang="zh-CN" sz="2400" b="1" i="1" baseline="-25000" dirty="0">
                <a:latin typeface="Times New Roman" panose="02020603050405020304" pitchFamily="18" charset="0"/>
              </a:rPr>
              <a:t>i</a:t>
            </a:r>
            <a:r>
              <a:rPr lang="en-US" altLang="zh-CN" sz="2400" b="1" dirty="0">
                <a:latin typeface="Times New Roman" panose="02020603050405020304" pitchFamily="18" charset="0"/>
              </a:rPr>
              <a:t>, </a:t>
            </a:r>
            <a:r>
              <a:rPr lang="en-US" altLang="zh-CN" sz="2400" b="1" i="1" dirty="0" err="1">
                <a:latin typeface="Times New Roman" panose="02020603050405020304" pitchFamily="18" charset="0"/>
              </a:rPr>
              <a:t>i</a:t>
            </a:r>
            <a:r>
              <a:rPr lang="en-US" altLang="zh-CN" sz="2400" b="1" dirty="0">
                <a:latin typeface="Times New Roman" panose="02020603050405020304" pitchFamily="18" charset="0"/>
              </a:rPr>
              <a:t> = 1, 2, … </a:t>
            </a:r>
            <a:r>
              <a:rPr lang="zh-CN" altLang="en-US" sz="2400" b="1" dirty="0">
                <a:latin typeface="Times New Roman" panose="02020603050405020304" pitchFamily="18" charset="0"/>
              </a:rPr>
              <a:t>则</a:t>
            </a:r>
            <a:endParaRPr lang="en-US" altLang="zh-CN" sz="2400" b="1" dirty="0">
              <a:latin typeface="Times New Roman" panose="02020603050405020304" pitchFamily="18" charset="0"/>
            </a:endParaRPr>
          </a:p>
          <a:p>
            <a:pPr marL="0" indent="0">
              <a:lnSpc>
                <a:spcPct val="125000"/>
              </a:lnSpc>
              <a:buNone/>
            </a:pPr>
            <a:r>
              <a:rPr lang="zh-CN" altLang="en-US" sz="2400" b="1" dirty="0">
                <a:latin typeface="Times New Roman" panose="02020603050405020304" pitchFamily="18" charset="0"/>
              </a:rPr>
              <a:t>                                                                               称为 </a:t>
            </a:r>
            <a:r>
              <a:rPr lang="en-US" altLang="zh-CN" sz="2400" b="1" i="1" dirty="0">
                <a:latin typeface="Times New Roman" panose="02020603050405020304" pitchFamily="18" charset="0"/>
              </a:rPr>
              <a:t>x </a:t>
            </a:r>
            <a:r>
              <a:rPr lang="zh-CN" altLang="en-US" sz="2400" b="1" dirty="0">
                <a:latin typeface="Times New Roman" panose="02020603050405020304" pitchFamily="18" charset="0"/>
              </a:rPr>
              <a:t>的熵。</a:t>
            </a:r>
          </a:p>
          <a:p>
            <a:pPr marL="0" indent="0">
              <a:lnSpc>
                <a:spcPct val="125000"/>
              </a:lnSpc>
              <a:buFontTx/>
              <a:buNone/>
            </a:pPr>
            <a:endParaRPr lang="zh-CN" altLang="en-US" sz="2400" b="1" dirty="0">
              <a:latin typeface="Times New Roman" panose="02020603050405020304" pitchFamily="18" charset="0"/>
            </a:endParaRPr>
          </a:p>
        </p:txBody>
      </p:sp>
      <p:sp>
        <p:nvSpPr>
          <p:cNvPr id="26632" name="Text Box 8">
            <a:extLst>
              <a:ext uri="{FF2B5EF4-FFF2-40B4-BE49-F238E27FC236}">
                <a16:creationId xmlns:a16="http://schemas.microsoft.com/office/drawing/2014/main" id="{FF0C9D99-31EC-4A72-B2C0-C760559181BC}"/>
              </a:ext>
            </a:extLst>
          </p:cNvPr>
          <p:cNvSpPr txBox="1">
            <a:spLocks noChangeArrowheads="1"/>
          </p:cNvSpPr>
          <p:nvPr/>
        </p:nvSpPr>
        <p:spPr bwMode="auto">
          <a:xfrm>
            <a:off x="323850" y="3554274"/>
            <a:ext cx="88201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latin typeface="Times New Roman" panose="02020603050405020304" pitchFamily="18" charset="0"/>
              </a:rPr>
              <a:t>对于连续型随机变量 </a:t>
            </a:r>
            <a:r>
              <a:rPr lang="en-US" altLang="zh-CN" sz="2400" b="1" i="1" dirty="0">
                <a:latin typeface="Times New Roman" panose="02020603050405020304" pitchFamily="18" charset="0"/>
              </a:rPr>
              <a:t>x</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，它的概率密度函数为</a:t>
            </a:r>
            <a:r>
              <a:rPr lang="en-US" altLang="zh-CN" sz="2400" b="1" i="1" dirty="0">
                <a:latin typeface="Times New Roman" panose="02020603050405020304" pitchFamily="18" charset="0"/>
              </a:rPr>
              <a:t>p </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x </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。若积分：</a:t>
            </a:r>
            <a:r>
              <a:rPr lang="zh-CN" altLang="en-US" sz="2800" b="1" dirty="0">
                <a:latin typeface="Times New Roman" panose="02020603050405020304" pitchFamily="18" charset="0"/>
              </a:rPr>
              <a:t>     </a:t>
            </a:r>
          </a:p>
        </p:txBody>
      </p:sp>
      <p:sp>
        <p:nvSpPr>
          <p:cNvPr id="26636" name="Text Box 12">
            <a:extLst>
              <a:ext uri="{FF2B5EF4-FFF2-40B4-BE49-F238E27FC236}">
                <a16:creationId xmlns:a16="http://schemas.microsoft.com/office/drawing/2014/main" id="{D3989BC8-C87D-430E-AA56-F43B5A758BA4}"/>
              </a:ext>
            </a:extLst>
          </p:cNvPr>
          <p:cNvSpPr txBox="1">
            <a:spLocks noChangeArrowheads="1"/>
          </p:cNvSpPr>
          <p:nvPr/>
        </p:nvSpPr>
        <p:spPr bwMode="auto">
          <a:xfrm>
            <a:off x="2032000" y="552291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zh-CN"/>
          </a:p>
        </p:txBody>
      </p:sp>
      <p:sp>
        <p:nvSpPr>
          <p:cNvPr id="26640" name="Text Box 16">
            <a:extLst>
              <a:ext uri="{FF2B5EF4-FFF2-40B4-BE49-F238E27FC236}">
                <a16:creationId xmlns:a16="http://schemas.microsoft.com/office/drawing/2014/main" id="{A73B7BBF-7A4B-47DD-8013-2D44F13387D3}"/>
              </a:ext>
            </a:extLst>
          </p:cNvPr>
          <p:cNvSpPr txBox="1">
            <a:spLocks noChangeArrowheads="1"/>
          </p:cNvSpPr>
          <p:nvPr/>
        </p:nvSpPr>
        <p:spPr bwMode="auto">
          <a:xfrm>
            <a:off x="755650" y="5105400"/>
            <a:ext cx="2825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t> </a:t>
            </a:r>
          </a:p>
        </p:txBody>
      </p:sp>
      <p:sp>
        <p:nvSpPr>
          <p:cNvPr id="26641" name="Text Box 17">
            <a:extLst>
              <a:ext uri="{FF2B5EF4-FFF2-40B4-BE49-F238E27FC236}">
                <a16:creationId xmlns:a16="http://schemas.microsoft.com/office/drawing/2014/main" id="{06F55078-F6FD-4C6E-BD2C-BFDCEEEF3947}"/>
              </a:ext>
            </a:extLst>
          </p:cNvPr>
          <p:cNvSpPr txBox="1">
            <a:spLocks noChangeArrowheads="1"/>
          </p:cNvSpPr>
          <p:nvPr/>
        </p:nvSpPr>
        <p:spPr bwMode="auto">
          <a:xfrm>
            <a:off x="347379" y="5065713"/>
            <a:ext cx="6840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latin typeface="Times New Roman" panose="02020603050405020304" pitchFamily="18" charset="0"/>
              </a:rPr>
              <a:t>有意义，则称其为连续随机变量的熵。</a:t>
            </a:r>
          </a:p>
        </p:txBody>
      </p:sp>
      <p:graphicFrame>
        <p:nvGraphicFramePr>
          <p:cNvPr id="26642" name="Object 18">
            <a:extLst>
              <a:ext uri="{FF2B5EF4-FFF2-40B4-BE49-F238E27FC236}">
                <a16:creationId xmlns:a16="http://schemas.microsoft.com/office/drawing/2014/main" id="{E1E23320-E327-48A6-BE83-350088D10290}"/>
              </a:ext>
            </a:extLst>
          </p:cNvPr>
          <p:cNvGraphicFramePr>
            <a:graphicFrameLocks noChangeAspect="1"/>
          </p:cNvGraphicFramePr>
          <p:nvPr>
            <p:extLst>
              <p:ext uri="{D42A27DB-BD31-4B8C-83A1-F6EECF244321}">
                <p14:modId xmlns:p14="http://schemas.microsoft.com/office/powerpoint/2010/main" val="1676574155"/>
              </p:ext>
            </p:extLst>
          </p:nvPr>
        </p:nvGraphicFramePr>
        <p:xfrm>
          <a:off x="2910880" y="4273947"/>
          <a:ext cx="3611562" cy="635000"/>
        </p:xfrm>
        <a:graphic>
          <a:graphicData uri="http://schemas.openxmlformats.org/presentationml/2006/ole">
            <mc:AlternateContent xmlns:mc="http://schemas.openxmlformats.org/markup-compatibility/2006">
              <mc:Choice xmlns:v="urn:schemas-microsoft-com:vml" Requires="v">
                <p:oleObj name="公式" r:id="rId2" imgW="1676160" imgH="291960" progId="Equation.3">
                  <p:embed/>
                </p:oleObj>
              </mc:Choice>
              <mc:Fallback>
                <p:oleObj name="公式" r:id="rId2" imgW="1676160" imgH="291960" progId="Equation.3">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0880" y="4273947"/>
                        <a:ext cx="3611562" cy="635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54" name="Object 30">
            <a:extLst>
              <a:ext uri="{FF2B5EF4-FFF2-40B4-BE49-F238E27FC236}">
                <a16:creationId xmlns:a16="http://schemas.microsoft.com/office/drawing/2014/main" id="{2DB613B6-88FF-4ACF-A54F-4EC625DA8177}"/>
              </a:ext>
            </a:extLst>
          </p:cNvPr>
          <p:cNvGraphicFramePr>
            <a:graphicFrameLocks noGrp="1" noChangeAspect="1"/>
          </p:cNvGraphicFramePr>
          <p:nvPr>
            <p:ph sz="quarter" idx="2"/>
            <p:extLst>
              <p:ext uri="{D42A27DB-BD31-4B8C-83A1-F6EECF244321}">
                <p14:modId xmlns:p14="http://schemas.microsoft.com/office/powerpoint/2010/main" val="3435541973"/>
              </p:ext>
            </p:extLst>
          </p:nvPr>
        </p:nvGraphicFramePr>
        <p:xfrm>
          <a:off x="2915816" y="2752725"/>
          <a:ext cx="2528887" cy="676275"/>
        </p:xfrm>
        <a:graphic>
          <a:graphicData uri="http://schemas.openxmlformats.org/presentationml/2006/ole">
            <mc:AlternateContent xmlns:mc="http://schemas.openxmlformats.org/markup-compatibility/2006">
              <mc:Choice xmlns:v="urn:schemas-microsoft-com:vml" Requires="v">
                <p:oleObj name="公式" r:id="rId4" imgW="1282680" imgH="342720" progId="Equation.3">
                  <p:embed/>
                </p:oleObj>
              </mc:Choice>
              <mc:Fallback>
                <p:oleObj name="公式" r:id="rId4" imgW="1282680" imgH="342720" progId="Equation.3">
                  <p:embed/>
                  <p:pic>
                    <p:nvPicPr>
                      <p:cNvPr id="0" name="Object 30"/>
                      <p:cNvPicPr>
                        <a:picLocks noChangeAspect="1" noChangeArrowheads="1"/>
                      </p:cNvPicPr>
                      <p:nvPr/>
                    </p:nvPicPr>
                    <p:blipFill>
                      <a:blip r:embed="rId5">
                        <a:lum bright="100000"/>
                        <a:extLst>
                          <a:ext uri="{28A0092B-C50C-407E-A947-70E740481C1C}">
                            <a14:useLocalDpi xmlns:a14="http://schemas.microsoft.com/office/drawing/2010/main" val="0"/>
                          </a:ext>
                        </a:extLst>
                      </a:blip>
                      <a:srcRect/>
                      <a:stretch>
                        <a:fillRect/>
                      </a:stretch>
                    </p:blipFill>
                    <p:spPr bwMode="auto">
                      <a:xfrm>
                        <a:off x="2915816" y="2752725"/>
                        <a:ext cx="2528887"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4" name="Rectangle 4">
            <a:extLst>
              <a:ext uri="{FF2B5EF4-FFF2-40B4-BE49-F238E27FC236}">
                <a16:creationId xmlns:a16="http://schemas.microsoft.com/office/drawing/2014/main" id="{F4A66B44-926B-467D-96A3-D30FC63E0CC6}"/>
              </a:ext>
            </a:extLst>
          </p:cNvPr>
          <p:cNvSpPr>
            <a:spLocks noChangeArrowheads="1"/>
          </p:cNvSpPr>
          <p:nvPr/>
        </p:nvSpPr>
        <p:spPr bwMode="auto">
          <a:xfrm>
            <a:off x="0" y="620713"/>
            <a:ext cx="8893175" cy="500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kumimoji="1" lang="en-US" altLang="zh-CN" sz="2800" b="1">
                <a:latin typeface="Times New Roman" panose="02020603050405020304" pitchFamily="18" charset="0"/>
              </a:rPr>
              <a:t>        </a:t>
            </a:r>
            <a:r>
              <a:rPr kumimoji="1" lang="zh-CN" altLang="en-US" sz="2800" b="1">
                <a:latin typeface="Times New Roman" panose="02020603050405020304" pitchFamily="18" charset="0"/>
              </a:rPr>
              <a:t>熵是信息论中描述事物不确定性的程度的一个概念。</a:t>
            </a:r>
          </a:p>
          <a:p>
            <a:pPr>
              <a:lnSpc>
                <a:spcPct val="125000"/>
              </a:lnSpc>
            </a:pPr>
            <a:r>
              <a:rPr kumimoji="1" lang="zh-CN" altLang="en-US" sz="2800" b="1">
                <a:latin typeface="Times New Roman" panose="02020603050405020304" pitchFamily="18" charset="0"/>
              </a:rPr>
              <a:t>如果一个随机变量只取与两个不同的值，</a:t>
            </a:r>
          </a:p>
          <a:p>
            <a:pPr>
              <a:lnSpc>
                <a:spcPct val="125000"/>
              </a:lnSpc>
            </a:pPr>
            <a:r>
              <a:rPr kumimoji="1" lang="zh-CN" altLang="en-US" sz="2800" b="1">
                <a:latin typeface="Times New Roman" panose="02020603050405020304" pitchFamily="18" charset="0"/>
              </a:rPr>
              <a:t>比较下面两种情况：</a:t>
            </a:r>
          </a:p>
          <a:p>
            <a:r>
              <a:rPr kumimoji="1" lang="zh-CN" altLang="en-US" sz="2800" b="1">
                <a:latin typeface="Times New Roman" panose="02020603050405020304" pitchFamily="18" charset="0"/>
              </a:rPr>
              <a:t>             </a:t>
            </a:r>
          </a:p>
          <a:p>
            <a:r>
              <a:rPr kumimoji="1" lang="zh-CN" altLang="en-US" sz="2800" b="1">
                <a:latin typeface="Times New Roman" panose="02020603050405020304" pitchFamily="18" charset="0"/>
              </a:rPr>
              <a:t>             </a:t>
            </a:r>
            <a:r>
              <a:rPr kumimoji="1" lang="en-US" altLang="zh-CN" sz="2800" b="1">
                <a:latin typeface="Times New Roman" panose="02020603050405020304" pitchFamily="18" charset="0"/>
              </a:rPr>
              <a:t>(1)  </a:t>
            </a:r>
            <a:r>
              <a:rPr kumimoji="1" lang="en-US" altLang="zh-CN" sz="2800" b="1" i="1">
                <a:latin typeface="Times New Roman" panose="02020603050405020304" pitchFamily="18" charset="0"/>
              </a:rPr>
              <a:t>p </a:t>
            </a:r>
            <a:r>
              <a:rPr kumimoji="1" lang="en-US" altLang="zh-CN" sz="2800" b="1">
                <a:latin typeface="Times New Roman" panose="02020603050405020304" pitchFamily="18" charset="0"/>
              </a:rPr>
              <a:t>(</a:t>
            </a:r>
            <a:r>
              <a:rPr kumimoji="1" lang="en-US" altLang="zh-CN" sz="2800" b="1" i="1">
                <a:latin typeface="Times New Roman" panose="02020603050405020304" pitchFamily="18" charset="0"/>
              </a:rPr>
              <a:t>x </a:t>
            </a:r>
            <a:r>
              <a:rPr kumimoji="1" lang="en-US" altLang="zh-CN" sz="2800" b="1">
                <a:latin typeface="Times New Roman" panose="02020603050405020304" pitchFamily="18" charset="0"/>
              </a:rPr>
              <a:t>= </a:t>
            </a:r>
            <a:r>
              <a:rPr kumimoji="1" lang="en-US" altLang="zh-CN" sz="2800" b="1" i="1">
                <a:latin typeface="Times New Roman" panose="02020603050405020304" pitchFamily="18" charset="0"/>
              </a:rPr>
              <a:t>a</a:t>
            </a:r>
            <a:r>
              <a:rPr kumimoji="1" lang="en-US" altLang="zh-CN" sz="2800" b="1" baseline="-25000">
                <a:latin typeface="Times New Roman" panose="02020603050405020304" pitchFamily="18" charset="0"/>
              </a:rPr>
              <a:t>1</a:t>
            </a:r>
            <a:r>
              <a:rPr kumimoji="1" lang="en-US" altLang="zh-CN" sz="2800" b="1">
                <a:latin typeface="Times New Roman" panose="02020603050405020304" pitchFamily="18" charset="0"/>
              </a:rPr>
              <a:t>) = 0.98      </a:t>
            </a:r>
            <a:r>
              <a:rPr kumimoji="1" lang="en-US" altLang="zh-CN" sz="2800" b="1" i="1">
                <a:latin typeface="Times New Roman" panose="02020603050405020304" pitchFamily="18" charset="0"/>
              </a:rPr>
              <a:t>p </a:t>
            </a:r>
            <a:r>
              <a:rPr kumimoji="1" lang="en-US" altLang="zh-CN" sz="2800" b="1">
                <a:latin typeface="Times New Roman" panose="02020603050405020304" pitchFamily="18" charset="0"/>
              </a:rPr>
              <a:t>( </a:t>
            </a:r>
            <a:r>
              <a:rPr kumimoji="1" lang="en-US" altLang="zh-CN" sz="2800" b="1" i="1">
                <a:latin typeface="Times New Roman" panose="02020603050405020304" pitchFamily="18" charset="0"/>
              </a:rPr>
              <a:t>x </a:t>
            </a:r>
            <a:r>
              <a:rPr kumimoji="1" lang="en-US" altLang="zh-CN" sz="2800" b="1">
                <a:latin typeface="Times New Roman" panose="02020603050405020304" pitchFamily="18" charset="0"/>
              </a:rPr>
              <a:t>= </a:t>
            </a:r>
            <a:r>
              <a:rPr kumimoji="1" lang="en-US" altLang="zh-CN" sz="2800" b="1" i="1">
                <a:latin typeface="Times New Roman" panose="02020603050405020304" pitchFamily="18" charset="0"/>
              </a:rPr>
              <a:t>a</a:t>
            </a:r>
            <a:r>
              <a:rPr kumimoji="1" lang="en-US" altLang="zh-CN" sz="2800" b="1" baseline="-25000">
                <a:latin typeface="Times New Roman" panose="02020603050405020304" pitchFamily="18" charset="0"/>
              </a:rPr>
              <a:t>2 </a:t>
            </a:r>
            <a:r>
              <a:rPr kumimoji="1" lang="en-US" altLang="zh-CN" sz="2800" b="1">
                <a:latin typeface="Times New Roman" panose="02020603050405020304" pitchFamily="18" charset="0"/>
              </a:rPr>
              <a:t>) = 0.02</a:t>
            </a:r>
          </a:p>
          <a:p>
            <a:r>
              <a:rPr kumimoji="1" lang="en-US" altLang="zh-CN" sz="2800" b="1">
                <a:latin typeface="Times New Roman" panose="02020603050405020304" pitchFamily="18" charset="0"/>
              </a:rPr>
              <a:t>             (2)  </a:t>
            </a:r>
            <a:r>
              <a:rPr kumimoji="1" lang="en-US" altLang="zh-CN" sz="2800" b="1" i="1">
                <a:latin typeface="Times New Roman" panose="02020603050405020304" pitchFamily="18" charset="0"/>
              </a:rPr>
              <a:t>p</a:t>
            </a:r>
            <a:r>
              <a:rPr kumimoji="1" lang="en-US" altLang="zh-CN" sz="2800" b="1">
                <a:latin typeface="Times New Roman" panose="02020603050405020304" pitchFamily="18" charset="0"/>
              </a:rPr>
              <a:t> (</a:t>
            </a:r>
            <a:r>
              <a:rPr kumimoji="1" lang="en-US" altLang="zh-CN" sz="2800" b="1" i="1">
                <a:latin typeface="Times New Roman" panose="02020603050405020304" pitchFamily="18" charset="0"/>
              </a:rPr>
              <a:t>x</a:t>
            </a:r>
            <a:r>
              <a:rPr kumimoji="1" lang="en-US" altLang="zh-CN" sz="2800" b="1">
                <a:latin typeface="Times New Roman" panose="02020603050405020304" pitchFamily="18" charset="0"/>
              </a:rPr>
              <a:t> = </a:t>
            </a:r>
            <a:r>
              <a:rPr kumimoji="1" lang="en-US" altLang="zh-CN" sz="2800" b="1" i="1">
                <a:latin typeface="Times New Roman" panose="02020603050405020304" pitchFamily="18" charset="0"/>
              </a:rPr>
              <a:t>a</a:t>
            </a:r>
            <a:r>
              <a:rPr kumimoji="1" lang="en-US" altLang="zh-CN" sz="2800" b="1" baseline="-25000">
                <a:latin typeface="Times New Roman" panose="02020603050405020304" pitchFamily="18" charset="0"/>
              </a:rPr>
              <a:t>1</a:t>
            </a:r>
            <a:r>
              <a:rPr kumimoji="1" lang="en-US" altLang="zh-CN" sz="2800" b="1">
                <a:latin typeface="Times New Roman" panose="02020603050405020304" pitchFamily="18" charset="0"/>
              </a:rPr>
              <a:t>) = 0.45      </a:t>
            </a:r>
            <a:r>
              <a:rPr kumimoji="1" lang="en-US" altLang="zh-CN" sz="2800" b="1" i="1">
                <a:latin typeface="Times New Roman" panose="02020603050405020304" pitchFamily="18" charset="0"/>
              </a:rPr>
              <a:t>p</a:t>
            </a:r>
            <a:r>
              <a:rPr kumimoji="1" lang="en-US" altLang="zh-CN" sz="2800" b="1">
                <a:latin typeface="Times New Roman" panose="02020603050405020304" pitchFamily="18" charset="0"/>
              </a:rPr>
              <a:t> ( </a:t>
            </a:r>
            <a:r>
              <a:rPr kumimoji="1" lang="en-US" altLang="zh-CN" sz="2800" b="1" i="1">
                <a:latin typeface="Times New Roman" panose="02020603050405020304" pitchFamily="18" charset="0"/>
              </a:rPr>
              <a:t>x</a:t>
            </a:r>
            <a:r>
              <a:rPr kumimoji="1" lang="en-US" altLang="zh-CN" sz="2800" b="1">
                <a:latin typeface="Times New Roman" panose="02020603050405020304" pitchFamily="18" charset="0"/>
              </a:rPr>
              <a:t> = </a:t>
            </a:r>
            <a:r>
              <a:rPr kumimoji="1" lang="en-US" altLang="zh-CN" sz="2800" b="1" i="1">
                <a:latin typeface="Times New Roman" panose="02020603050405020304" pitchFamily="18" charset="0"/>
              </a:rPr>
              <a:t>a</a:t>
            </a:r>
            <a:r>
              <a:rPr kumimoji="1" lang="en-US" altLang="zh-CN" sz="2800" b="1" baseline="-25000">
                <a:latin typeface="Times New Roman" panose="02020603050405020304" pitchFamily="18" charset="0"/>
              </a:rPr>
              <a:t>2</a:t>
            </a:r>
            <a:r>
              <a:rPr kumimoji="1" lang="en-US" altLang="zh-CN" sz="2800" b="1">
                <a:latin typeface="Times New Roman" panose="02020603050405020304" pitchFamily="18" charset="0"/>
              </a:rPr>
              <a:t> ) = 0.55</a:t>
            </a:r>
          </a:p>
          <a:p>
            <a:endParaRPr kumimoji="1" lang="en-US" altLang="zh-CN" sz="2800" b="1">
              <a:latin typeface="Times New Roman" panose="02020603050405020304" pitchFamily="18" charset="0"/>
            </a:endParaRPr>
          </a:p>
          <a:p>
            <a:pPr>
              <a:lnSpc>
                <a:spcPct val="125000"/>
              </a:lnSpc>
            </a:pPr>
            <a:r>
              <a:rPr kumimoji="1" lang="en-US" altLang="zh-CN" sz="2800" b="1">
                <a:latin typeface="Times New Roman" panose="02020603050405020304" pitchFamily="18" charset="0"/>
              </a:rPr>
              <a:t>        </a:t>
            </a:r>
            <a:r>
              <a:rPr kumimoji="1" lang="zh-CN" altLang="en-US" sz="2800" b="1">
                <a:latin typeface="Times New Roman" panose="02020603050405020304" pitchFamily="18" charset="0"/>
              </a:rPr>
              <a:t>很明显，</a:t>
            </a:r>
            <a:r>
              <a:rPr kumimoji="1" lang="en-US" altLang="zh-CN" sz="2800" b="1">
                <a:latin typeface="Times New Roman" panose="02020603050405020304" pitchFamily="18" charset="0"/>
              </a:rPr>
              <a:t>(1)</a:t>
            </a:r>
            <a:r>
              <a:rPr kumimoji="1" lang="zh-CN" altLang="en-US" sz="2800" b="1">
                <a:latin typeface="Times New Roman" panose="02020603050405020304" pitchFamily="18" charset="0"/>
              </a:rPr>
              <a:t>的不确定性要比</a:t>
            </a:r>
            <a:r>
              <a:rPr kumimoji="1" lang="en-US" altLang="zh-CN" sz="2800" b="1">
                <a:latin typeface="Times New Roman" panose="02020603050405020304" pitchFamily="18" charset="0"/>
              </a:rPr>
              <a:t>(2)</a:t>
            </a:r>
            <a:r>
              <a:rPr kumimoji="1" lang="zh-CN" altLang="en-US" sz="2800" b="1">
                <a:latin typeface="Times New Roman" panose="02020603050405020304" pitchFamily="18" charset="0"/>
              </a:rPr>
              <a:t>的不确定性小得多，</a:t>
            </a:r>
          </a:p>
          <a:p>
            <a:pPr>
              <a:lnSpc>
                <a:spcPct val="125000"/>
              </a:lnSpc>
            </a:pPr>
            <a:r>
              <a:rPr kumimoji="1" lang="zh-CN" altLang="en-US" sz="2800" b="1">
                <a:latin typeface="Times New Roman" panose="02020603050405020304" pitchFamily="18" charset="0"/>
              </a:rPr>
              <a:t>而且从直觉上也可以看得出当取的两个值得概率相等时，不确定性达到最大。</a:t>
            </a:r>
          </a:p>
        </p:txBody>
      </p:sp>
      <p:sp>
        <p:nvSpPr>
          <p:cNvPr id="92169" name="Rectangle 9">
            <a:extLst>
              <a:ext uri="{FF2B5EF4-FFF2-40B4-BE49-F238E27FC236}">
                <a16:creationId xmlns:a16="http://schemas.microsoft.com/office/drawing/2014/main" id="{43CD2D14-0A12-4860-BF2A-C58B61FABFB4}"/>
              </a:ext>
            </a:extLst>
          </p:cNvPr>
          <p:cNvSpPr>
            <a:spLocks noChangeArrowheads="1"/>
          </p:cNvSpPr>
          <p:nvPr/>
        </p:nvSpPr>
        <p:spPr bwMode="auto">
          <a:xfrm>
            <a:off x="4071938"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92171" name="Rectangle 11">
            <a:extLst>
              <a:ext uri="{FF2B5EF4-FFF2-40B4-BE49-F238E27FC236}">
                <a16:creationId xmlns:a16="http://schemas.microsoft.com/office/drawing/2014/main" id="{07D8CE6A-D0F6-4C56-9DE6-980AD1C4E28C}"/>
              </a:ext>
            </a:extLst>
          </p:cNvPr>
          <p:cNvSpPr>
            <a:spLocks noChangeArrowheads="1"/>
          </p:cNvSpPr>
          <p:nvPr/>
        </p:nvSpPr>
        <p:spPr bwMode="auto">
          <a:xfrm>
            <a:off x="4071938"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a:extLst>
              <a:ext uri="{FF2B5EF4-FFF2-40B4-BE49-F238E27FC236}">
                <a16:creationId xmlns:a16="http://schemas.microsoft.com/office/drawing/2014/main" id="{58EBCFCE-09B9-4380-A5DB-F4CE1502C9FF}"/>
              </a:ext>
            </a:extLst>
          </p:cNvPr>
          <p:cNvSpPr>
            <a:spLocks noGrp="1" noChangeArrowheads="1"/>
          </p:cNvSpPr>
          <p:nvPr>
            <p:ph type="body" idx="1"/>
          </p:nvPr>
        </p:nvSpPr>
        <p:spPr>
          <a:xfrm>
            <a:off x="539750" y="765175"/>
            <a:ext cx="8388350" cy="4465638"/>
          </a:xfrm>
        </p:spPr>
        <p:txBody>
          <a:bodyPr/>
          <a:lstStyle/>
          <a:p>
            <a:pPr marL="0" indent="0">
              <a:buFontTx/>
              <a:buNone/>
              <a:tabLst>
                <a:tab pos="1973263" algn="l"/>
              </a:tabLst>
            </a:pPr>
            <a:r>
              <a:rPr lang="zh-CN" altLang="en-US" b="1">
                <a:solidFill>
                  <a:srgbClr val="FFFF00"/>
                </a:solidFill>
                <a:latin typeface="Times New Roman" panose="02020603050405020304" pitchFamily="18" charset="0"/>
              </a:rPr>
              <a:t>最大熵原则</a:t>
            </a:r>
            <a:r>
              <a:rPr lang="zh-CN" altLang="en-US" b="1">
                <a:latin typeface="Times New Roman" panose="02020603050405020304" pitchFamily="18" charset="0"/>
              </a:rPr>
              <a:t>：</a:t>
            </a:r>
          </a:p>
          <a:p>
            <a:pPr marL="0" indent="0">
              <a:lnSpc>
                <a:spcPct val="125000"/>
              </a:lnSpc>
              <a:buFontTx/>
              <a:buNone/>
              <a:tabLst>
                <a:tab pos="1973263" algn="l"/>
              </a:tabLst>
            </a:pPr>
            <a:r>
              <a:rPr lang="zh-CN" altLang="en-US" b="1">
                <a:latin typeface="Times New Roman" panose="02020603050405020304" pitchFamily="18" charset="0"/>
              </a:rPr>
              <a:t>       </a:t>
            </a:r>
            <a:r>
              <a:rPr lang="zh-CN" altLang="en-US" sz="2800" b="1">
                <a:latin typeface="Times New Roman" panose="02020603050405020304" pitchFamily="18" charset="0"/>
              </a:rPr>
              <a:t>在没有先验知识的应用中，未知参数</a:t>
            </a:r>
            <a:r>
              <a:rPr lang="zh-CN" altLang="en-US" sz="2800" b="1" i="1">
                <a:latin typeface="Times New Roman" panose="02020603050405020304" pitchFamily="18" charset="0"/>
                <a:sym typeface="Symbol" panose="05050102010706020507" pitchFamily="18" charset="2"/>
              </a:rPr>
              <a:t> </a:t>
            </a:r>
            <a:r>
              <a:rPr lang="zh-CN" altLang="en-US" sz="2800" b="1">
                <a:latin typeface="Times New Roman" panose="02020603050405020304" pitchFamily="18" charset="0"/>
                <a:sym typeface="Symbol" panose="05050102010706020507" pitchFamily="18" charset="2"/>
              </a:rPr>
              <a:t>的</a:t>
            </a:r>
            <a:r>
              <a:rPr lang="zh-CN" altLang="en-US" sz="2800" b="1">
                <a:latin typeface="Times New Roman" panose="02020603050405020304" pitchFamily="18" charset="0"/>
              </a:rPr>
              <a:t>先验分布应取其变化范围内熵最大的分布。</a:t>
            </a:r>
          </a:p>
          <a:p>
            <a:pPr marL="0" indent="0">
              <a:lnSpc>
                <a:spcPct val="125000"/>
              </a:lnSpc>
              <a:buFontTx/>
              <a:buNone/>
              <a:tabLst>
                <a:tab pos="1973263" algn="l"/>
              </a:tabLst>
            </a:pPr>
            <a:r>
              <a:rPr lang="zh-CN" altLang="en-US" b="1">
                <a:latin typeface="Times New Roman" panose="02020603050405020304" pitchFamily="18" charset="0"/>
              </a:rPr>
              <a:t>        </a:t>
            </a:r>
            <a:r>
              <a:rPr lang="zh-CN" altLang="en-US" sz="2800" b="1">
                <a:latin typeface="Times New Roman" panose="02020603050405020304" pitchFamily="18" charset="0"/>
              </a:rPr>
              <a:t>设随机变量</a:t>
            </a:r>
            <a:r>
              <a:rPr lang="zh-CN" altLang="en-US" sz="2800" b="1" i="1">
                <a:latin typeface="Times New Roman" panose="02020603050405020304" pitchFamily="18" charset="0"/>
                <a:sym typeface="Symbol" panose="05050102010706020507" pitchFamily="18" charset="2"/>
              </a:rPr>
              <a:t> </a:t>
            </a:r>
            <a:r>
              <a:rPr lang="zh-CN" altLang="en-US" sz="2800" b="1">
                <a:latin typeface="Times New Roman" panose="02020603050405020304" pitchFamily="18" charset="0"/>
              </a:rPr>
              <a:t>只取有限个值</a:t>
            </a:r>
            <a:r>
              <a:rPr lang="en-US" altLang="zh-CN" sz="2800" b="1" i="1">
                <a:latin typeface="Times New Roman" panose="02020603050405020304" pitchFamily="18" charset="0"/>
              </a:rPr>
              <a:t>a</a:t>
            </a:r>
            <a:r>
              <a:rPr lang="en-US" altLang="zh-CN" sz="2800" b="1" baseline="-25000">
                <a:latin typeface="Times New Roman" panose="02020603050405020304" pitchFamily="18" charset="0"/>
              </a:rPr>
              <a:t>1</a:t>
            </a:r>
            <a:r>
              <a:rPr lang="en-US" altLang="zh-CN" sz="2800" b="1">
                <a:latin typeface="Times New Roman" panose="02020603050405020304" pitchFamily="18" charset="0"/>
              </a:rPr>
              <a:t>, </a:t>
            </a:r>
            <a:r>
              <a:rPr lang="en-US" altLang="zh-CN" sz="2800" b="1" i="1">
                <a:latin typeface="Times New Roman" panose="02020603050405020304" pitchFamily="18" charset="0"/>
              </a:rPr>
              <a:t>a</a:t>
            </a:r>
            <a:r>
              <a:rPr lang="en-US" altLang="zh-CN" sz="2800" b="1" baseline="-25000">
                <a:latin typeface="Times New Roman" panose="02020603050405020304" pitchFamily="18" charset="0"/>
              </a:rPr>
              <a:t>2</a:t>
            </a:r>
            <a:r>
              <a:rPr lang="en-US" altLang="zh-CN" sz="2800" b="1">
                <a:latin typeface="Times New Roman" panose="02020603050405020304" pitchFamily="18" charset="0"/>
              </a:rPr>
              <a:t>, …, </a:t>
            </a:r>
            <a:r>
              <a:rPr lang="en-US" altLang="zh-CN" sz="2800" b="1" i="1">
                <a:latin typeface="Times New Roman" panose="02020603050405020304" pitchFamily="18" charset="0"/>
              </a:rPr>
              <a:t>a</a:t>
            </a:r>
            <a:r>
              <a:rPr lang="en-US" altLang="zh-CN" sz="2800" b="1" i="1" baseline="-25000">
                <a:latin typeface="Times New Roman" panose="02020603050405020304" pitchFamily="18" charset="0"/>
              </a:rPr>
              <a:t>n</a:t>
            </a:r>
            <a:r>
              <a:rPr lang="zh-CN" altLang="en-US" sz="2800" b="1">
                <a:latin typeface="Times New Roman" panose="02020603050405020304" pitchFamily="18" charset="0"/>
              </a:rPr>
              <a:t>，其相应的先验概率记为</a:t>
            </a:r>
            <a:r>
              <a:rPr lang="zh-CN" altLang="en-US" sz="2800" b="1" i="1">
                <a:latin typeface="Times New Roman" panose="02020603050405020304" pitchFamily="18" charset="0"/>
                <a:sym typeface="Symbol" panose="05050102010706020507" pitchFamily="18" charset="2"/>
              </a:rPr>
              <a:t></a:t>
            </a:r>
            <a:r>
              <a:rPr lang="en-US" altLang="zh-CN" sz="2800" b="1" baseline="-25000">
                <a:latin typeface="Times New Roman" panose="02020603050405020304" pitchFamily="18" charset="0"/>
              </a:rPr>
              <a:t>1</a:t>
            </a:r>
            <a:r>
              <a:rPr lang="en-US" altLang="zh-CN" sz="2800" b="1">
                <a:latin typeface="Times New Roman" panose="02020603050405020304" pitchFamily="18" charset="0"/>
              </a:rPr>
              <a:t>,  </a:t>
            </a:r>
            <a:r>
              <a:rPr lang="en-US" altLang="zh-CN" sz="2800" b="1" i="1">
                <a:latin typeface="Times New Roman" panose="02020603050405020304" pitchFamily="18" charset="0"/>
                <a:sym typeface="Symbol" panose="05050102010706020507" pitchFamily="18" charset="2"/>
              </a:rPr>
              <a:t></a:t>
            </a:r>
            <a:r>
              <a:rPr lang="en-US" altLang="zh-CN" sz="2800" b="1" baseline="-25000">
                <a:latin typeface="Times New Roman" panose="02020603050405020304" pitchFamily="18" charset="0"/>
              </a:rPr>
              <a:t>2</a:t>
            </a:r>
            <a:r>
              <a:rPr lang="en-US" altLang="zh-CN" sz="2800" b="1">
                <a:latin typeface="Times New Roman" panose="02020603050405020304" pitchFamily="18" charset="0"/>
              </a:rPr>
              <a:t>,  …,  </a:t>
            </a:r>
            <a:r>
              <a:rPr lang="en-US" altLang="zh-CN" sz="2800" b="1" i="1">
                <a:latin typeface="Times New Roman" panose="02020603050405020304" pitchFamily="18" charset="0"/>
                <a:sym typeface="Symbol" panose="05050102010706020507" pitchFamily="18" charset="2"/>
              </a:rPr>
              <a:t></a:t>
            </a:r>
            <a:r>
              <a:rPr lang="en-US" altLang="zh-CN" sz="2800" b="1" i="1" baseline="-25000">
                <a:latin typeface="Times New Roman" panose="02020603050405020304" pitchFamily="18" charset="0"/>
              </a:rPr>
              <a:t>n</a:t>
            </a:r>
            <a:r>
              <a:rPr lang="zh-CN" altLang="en-US" sz="2800" b="1">
                <a:latin typeface="Times New Roman" panose="02020603050405020304" pitchFamily="18" charset="0"/>
              </a:rPr>
              <a:t>，</a:t>
            </a:r>
            <a:r>
              <a:rPr lang="zh-CN" altLang="en-US" sz="2800" b="1" i="1">
                <a:latin typeface="Times New Roman" panose="02020603050405020304" pitchFamily="18" charset="0"/>
                <a:sym typeface="Symbol" panose="05050102010706020507" pitchFamily="18" charset="2"/>
              </a:rPr>
              <a:t></a:t>
            </a:r>
            <a:r>
              <a:rPr lang="zh-CN" altLang="en-US" sz="2800" b="1" i="1">
                <a:latin typeface="Times New Roman" panose="02020603050405020304" pitchFamily="18" charset="0"/>
              </a:rPr>
              <a:t> </a:t>
            </a:r>
            <a:r>
              <a:rPr lang="zh-CN" altLang="en-US" sz="2800" b="1">
                <a:latin typeface="Times New Roman" panose="02020603050405020304" pitchFamily="18" charset="0"/>
              </a:rPr>
              <a:t>的熵 </a:t>
            </a:r>
            <a:r>
              <a:rPr lang="en-US" altLang="zh-CN" sz="2800" b="1" i="1">
                <a:latin typeface="Times New Roman" panose="02020603050405020304" pitchFamily="18" charset="0"/>
              </a:rPr>
              <a:t>H </a:t>
            </a:r>
            <a:r>
              <a:rPr lang="en-US" altLang="zh-CN" sz="2800" b="1">
                <a:latin typeface="Times New Roman" panose="02020603050405020304" pitchFamily="18" charset="0"/>
              </a:rPr>
              <a:t>(</a:t>
            </a:r>
            <a:r>
              <a:rPr lang="en-US" altLang="zh-CN" sz="2800" b="1" i="1">
                <a:latin typeface="Times New Roman" panose="02020603050405020304" pitchFamily="18" charset="0"/>
                <a:sym typeface="Symbol" panose="05050102010706020507" pitchFamily="18" charset="2"/>
              </a:rPr>
              <a:t> </a:t>
            </a:r>
            <a:r>
              <a:rPr lang="en-US" altLang="zh-CN" sz="2800" b="1">
                <a:latin typeface="Times New Roman" panose="02020603050405020304" pitchFamily="18" charset="0"/>
              </a:rPr>
              <a:t>) </a:t>
            </a:r>
            <a:r>
              <a:rPr lang="zh-CN" altLang="en-US" sz="2800" b="1">
                <a:latin typeface="Times New Roman" panose="02020603050405020304" pitchFamily="18" charset="0"/>
              </a:rPr>
              <a:t>最大的充分必要条件是：</a:t>
            </a:r>
          </a:p>
        </p:txBody>
      </p:sp>
      <p:graphicFrame>
        <p:nvGraphicFramePr>
          <p:cNvPr id="27671" name="Object 23">
            <a:extLst>
              <a:ext uri="{FF2B5EF4-FFF2-40B4-BE49-F238E27FC236}">
                <a16:creationId xmlns:a16="http://schemas.microsoft.com/office/drawing/2014/main" id="{A571C3CF-E2C4-4238-A072-2011B589C626}"/>
              </a:ext>
            </a:extLst>
          </p:cNvPr>
          <p:cNvGraphicFramePr>
            <a:graphicFrameLocks noChangeAspect="1"/>
          </p:cNvGraphicFramePr>
          <p:nvPr/>
        </p:nvGraphicFramePr>
        <p:xfrm>
          <a:off x="2714625" y="4221163"/>
          <a:ext cx="3625850" cy="1000125"/>
        </p:xfrm>
        <a:graphic>
          <a:graphicData uri="http://schemas.openxmlformats.org/presentationml/2006/ole">
            <mc:AlternateContent xmlns:mc="http://schemas.openxmlformats.org/markup-compatibility/2006">
              <mc:Choice xmlns:v="urn:schemas-microsoft-com:vml" Requires="v">
                <p:oleObj name="公式" r:id="rId2" imgW="1473120" imgH="406080" progId="Equation.3">
                  <p:embed/>
                </p:oleObj>
              </mc:Choice>
              <mc:Fallback>
                <p:oleObj name="公式" r:id="rId2" imgW="1473120" imgH="406080" progId="Equation.3">
                  <p:embed/>
                  <p:pic>
                    <p:nvPicPr>
                      <p:cNvPr id="0" name="Object 23"/>
                      <p:cNvPicPr>
                        <a:picLocks noChangeAspect="1" noChangeArrowheads="1"/>
                      </p:cNvPicPr>
                      <p:nvPr/>
                    </p:nvPicPr>
                    <p:blipFill>
                      <a:blip r:embed="rId3">
                        <a:lum bright="100000"/>
                        <a:extLst>
                          <a:ext uri="{28A0092B-C50C-407E-A947-70E740481C1C}">
                            <a14:useLocalDpi xmlns:a14="http://schemas.microsoft.com/office/drawing/2010/main" val="0"/>
                          </a:ext>
                        </a:extLst>
                      </a:blip>
                      <a:srcRect/>
                      <a:stretch>
                        <a:fillRect/>
                      </a:stretch>
                    </p:blipFill>
                    <p:spPr bwMode="auto">
                      <a:xfrm>
                        <a:off x="2714625" y="4221163"/>
                        <a:ext cx="3625850" cy="10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0" name="Text Box 4">
            <a:extLst>
              <a:ext uri="{FF2B5EF4-FFF2-40B4-BE49-F238E27FC236}">
                <a16:creationId xmlns:a16="http://schemas.microsoft.com/office/drawing/2014/main" id="{F029BB83-C2C5-4B49-9D86-D750E0BA74F0}"/>
              </a:ext>
            </a:extLst>
          </p:cNvPr>
          <p:cNvSpPr txBox="1">
            <a:spLocks noChangeArrowheads="1"/>
          </p:cNvSpPr>
          <p:nvPr/>
        </p:nvSpPr>
        <p:spPr bwMode="auto">
          <a:xfrm>
            <a:off x="169068" y="332656"/>
            <a:ext cx="8805863" cy="5365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3200" b="1" dirty="0">
                <a:solidFill>
                  <a:srgbClr val="FFFF00"/>
                </a:solidFill>
                <a:latin typeface="Times New Roman" panose="02020603050405020304" pitchFamily="18" charset="0"/>
              </a:rPr>
              <a:t>3. </a:t>
            </a:r>
            <a:r>
              <a:rPr lang="zh-CN" altLang="en-US" sz="3200" b="1" dirty="0">
                <a:solidFill>
                  <a:srgbClr val="FFFF00"/>
                </a:solidFill>
                <a:latin typeface="Times New Roman" panose="02020603050405020304" pitchFamily="18" charset="0"/>
              </a:rPr>
              <a:t>杰弗莱原则</a:t>
            </a:r>
          </a:p>
          <a:p>
            <a:pPr>
              <a:lnSpc>
                <a:spcPct val="150000"/>
              </a:lnSpc>
            </a:pPr>
            <a:r>
              <a:rPr lang="zh-CN" altLang="en-US" sz="3200" dirty="0"/>
              <a:t>      </a:t>
            </a:r>
            <a:r>
              <a:rPr lang="zh-CN" altLang="en-US" sz="2800" b="1" dirty="0">
                <a:latin typeface="Times New Roman" panose="02020603050405020304" pitchFamily="18" charset="0"/>
              </a:rPr>
              <a:t>杰弗莱原则</a:t>
            </a:r>
            <a:r>
              <a:rPr lang="zh-CN" altLang="zh-CN" sz="2800" b="1" dirty="0">
                <a:latin typeface="Times New Roman" panose="02020603050405020304" pitchFamily="18" charset="0"/>
                <a:sym typeface="Wingdings" panose="05000000000000000000" pitchFamily="2" charset="2"/>
              </a:rPr>
              <a:t>较好地解决了Bayes方法中的一个矛盾：即若对参数</a:t>
            </a:r>
            <a:r>
              <a:rPr lang="zh-CN" altLang="zh-CN" sz="2800" b="1" i="1" dirty="0">
                <a:latin typeface="Times New Roman" panose="02020603050405020304" pitchFamily="18" charset="0"/>
                <a:sym typeface="Symbol" panose="05050102010706020507" pitchFamily="18" charset="2"/>
              </a:rPr>
              <a:t></a:t>
            </a:r>
            <a:r>
              <a:rPr lang="zh-CN" altLang="en-US" sz="2800" b="1" i="1" dirty="0">
                <a:latin typeface="Times New Roman" panose="02020603050405020304" pitchFamily="18" charset="0"/>
                <a:sym typeface="Symbol" panose="05050102010706020507" pitchFamily="18" charset="2"/>
              </a:rPr>
              <a:t> </a:t>
            </a:r>
            <a:r>
              <a:rPr lang="zh-CN" altLang="zh-CN" sz="2800" b="1" dirty="0">
                <a:latin typeface="Times New Roman" panose="02020603050405020304" pitchFamily="18" charset="0"/>
                <a:sym typeface="Wingdings" panose="05000000000000000000" pitchFamily="2" charset="2"/>
              </a:rPr>
              <a:t>选用均匀分布，其函数</a:t>
            </a:r>
            <a:r>
              <a:rPr lang="zh-CN" altLang="zh-CN" sz="2800" b="1" i="1" dirty="0">
                <a:latin typeface="Times New Roman" panose="02020603050405020304" pitchFamily="18" charset="0"/>
                <a:sym typeface="Wingdings" panose="05000000000000000000" pitchFamily="2" charset="2"/>
              </a:rPr>
              <a:t>g</a:t>
            </a:r>
            <a:r>
              <a:rPr lang="zh-CN" altLang="zh-CN" sz="2800" b="1" dirty="0">
                <a:latin typeface="Times New Roman" panose="02020603050405020304" pitchFamily="18" charset="0"/>
                <a:sym typeface="Wingdings" panose="05000000000000000000" pitchFamily="2" charset="2"/>
              </a:rPr>
              <a:t>(</a:t>
            </a:r>
            <a:r>
              <a:rPr lang="zh-CN" altLang="zh-CN" sz="2800" b="1" i="1" dirty="0">
                <a:latin typeface="Times New Roman" panose="02020603050405020304" pitchFamily="18" charset="0"/>
                <a:sym typeface="Symbol" panose="05050102010706020507" pitchFamily="18" charset="2"/>
              </a:rPr>
              <a:t></a:t>
            </a:r>
            <a:r>
              <a:rPr lang="zh-CN" altLang="zh-CN" sz="2800" b="1" dirty="0">
                <a:latin typeface="Times New Roman" panose="02020603050405020304" pitchFamily="18" charset="0"/>
                <a:sym typeface="Wingdings" panose="05000000000000000000" pitchFamily="2" charset="2"/>
              </a:rPr>
              <a:t> )往往不服从均匀分布。</a:t>
            </a:r>
            <a:endParaRPr lang="zh-CN" altLang="en-US" sz="2800" b="1" dirty="0">
              <a:latin typeface="Times New Roman" panose="02020603050405020304" pitchFamily="18" charset="0"/>
              <a:sym typeface="Wingdings" panose="05000000000000000000" pitchFamily="2" charset="2"/>
            </a:endParaRPr>
          </a:p>
          <a:p>
            <a:pPr>
              <a:lnSpc>
                <a:spcPct val="150000"/>
              </a:lnSpc>
            </a:pPr>
            <a:r>
              <a:rPr lang="zh-CN" altLang="en-US" sz="2800" b="1" dirty="0">
                <a:latin typeface="Times New Roman" panose="02020603050405020304" pitchFamily="18" charset="0"/>
                <a:sym typeface="Wingdings" panose="05000000000000000000" pitchFamily="2" charset="2"/>
              </a:rPr>
              <a:t>        </a:t>
            </a:r>
            <a:r>
              <a:rPr lang="en-US" altLang="zh-CN" sz="2800" b="1" dirty="0">
                <a:latin typeface="Times New Roman" panose="02020603050405020304" pitchFamily="18" charset="0"/>
                <a:sym typeface="Wingdings" panose="05000000000000000000" pitchFamily="2" charset="2"/>
              </a:rPr>
              <a:t>(1) </a:t>
            </a:r>
            <a:r>
              <a:rPr lang="zh-CN" altLang="en-US" sz="2800" b="1" dirty="0">
                <a:latin typeface="Times New Roman" panose="02020603050405020304" pitchFamily="18" charset="0"/>
                <a:sym typeface="Wingdings" panose="05000000000000000000" pitchFamily="2" charset="2"/>
              </a:rPr>
              <a:t>有些场合要求参数</a:t>
            </a:r>
            <a:r>
              <a:rPr lang="zh-CN" altLang="en-US" sz="2800" b="1" i="1" dirty="0">
                <a:latin typeface="Times New Roman" panose="02020603050405020304" pitchFamily="18" charset="0"/>
                <a:sym typeface="Symbol" panose="05050102010706020507" pitchFamily="18" charset="2"/>
              </a:rPr>
              <a:t> </a:t>
            </a:r>
            <a:r>
              <a:rPr lang="zh-CN" altLang="en-US" sz="2800" b="1" dirty="0">
                <a:latin typeface="Times New Roman" panose="02020603050405020304" pitchFamily="18" charset="0"/>
                <a:sym typeface="Symbol" panose="05050102010706020507" pitchFamily="18" charset="2"/>
              </a:rPr>
              <a:t>与</a:t>
            </a:r>
            <a:r>
              <a:rPr lang="zh-CN" altLang="en-US" sz="2800" b="1" dirty="0">
                <a:latin typeface="Times New Roman" panose="02020603050405020304" pitchFamily="18" charset="0"/>
                <a:sym typeface="Wingdings" panose="05000000000000000000" pitchFamily="2" charset="2"/>
              </a:rPr>
              <a:t>其函数 </a:t>
            </a:r>
            <a:r>
              <a:rPr lang="en-US" altLang="zh-CN" sz="2800" b="1" i="1" dirty="0">
                <a:latin typeface="Times New Roman" panose="02020603050405020304" pitchFamily="18" charset="0"/>
                <a:sym typeface="Wingdings" panose="05000000000000000000" pitchFamily="2" charset="2"/>
              </a:rPr>
              <a:t>g</a:t>
            </a:r>
            <a:r>
              <a:rPr lang="en-US" altLang="zh-CN" sz="2800" b="1" dirty="0">
                <a:latin typeface="Times New Roman" panose="02020603050405020304" pitchFamily="18" charset="0"/>
                <a:sym typeface="Wingdings" panose="05000000000000000000" pitchFamily="2" charset="2"/>
              </a:rPr>
              <a:t>(</a:t>
            </a:r>
            <a:r>
              <a:rPr lang="en-US" altLang="zh-CN" sz="2800" b="1" i="1" dirty="0">
                <a:latin typeface="Times New Roman" panose="02020603050405020304" pitchFamily="18" charset="0"/>
                <a:sym typeface="Symbol" panose="05050102010706020507" pitchFamily="18" charset="2"/>
              </a:rPr>
              <a:t> </a:t>
            </a:r>
            <a:r>
              <a:rPr lang="en-US" altLang="zh-CN" sz="2800" b="1" dirty="0">
                <a:latin typeface="Times New Roman" panose="02020603050405020304" pitchFamily="18" charset="0"/>
                <a:sym typeface="Wingdings" panose="05000000000000000000" pitchFamily="2" charset="2"/>
              </a:rPr>
              <a:t>)</a:t>
            </a:r>
            <a:r>
              <a:rPr lang="zh-CN" altLang="en-US" sz="2800" b="1" dirty="0">
                <a:latin typeface="Times New Roman" panose="02020603050405020304" pitchFamily="18" charset="0"/>
                <a:sym typeface="Wingdings" panose="05000000000000000000" pitchFamily="2" charset="2"/>
              </a:rPr>
              <a:t>的先验分布有相同的函数形式 ；</a:t>
            </a:r>
          </a:p>
          <a:p>
            <a:pPr>
              <a:lnSpc>
                <a:spcPct val="150000"/>
              </a:lnSpc>
            </a:pPr>
            <a:r>
              <a:rPr lang="zh-CN" altLang="en-US" sz="2800" b="1" dirty="0">
                <a:latin typeface="Times New Roman" panose="02020603050405020304" pitchFamily="18" charset="0"/>
                <a:sym typeface="Wingdings" panose="05000000000000000000" pitchFamily="2" charset="2"/>
              </a:rPr>
              <a:t>        </a:t>
            </a:r>
            <a:r>
              <a:rPr lang="en-US" altLang="zh-CN" sz="2800" b="1" dirty="0">
                <a:latin typeface="Times New Roman" panose="02020603050405020304" pitchFamily="18" charset="0"/>
                <a:sym typeface="Wingdings" panose="05000000000000000000" pitchFamily="2" charset="2"/>
              </a:rPr>
              <a:t>(2) </a:t>
            </a:r>
            <a:r>
              <a:rPr lang="zh-CN" altLang="en-US" sz="2800" b="1" dirty="0">
                <a:latin typeface="Times New Roman" panose="02020603050405020304" pitchFamily="18" charset="0"/>
                <a:sym typeface="Wingdings" panose="05000000000000000000" pitchFamily="2" charset="2"/>
              </a:rPr>
              <a:t>杰弗莱原则给出满足上述要求的具体方法，以求取适合要求的先验分布。</a:t>
            </a:r>
            <a:endParaRPr lang="zh-CN" altLang="en-US" sz="2800" b="1" dirty="0">
              <a:latin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972AA396-8070-431B-AD27-1C7C0D83AC0D}"/>
              </a:ext>
            </a:extLst>
          </p:cNvPr>
          <p:cNvSpPr>
            <a:spLocks noGrp="1" noChangeArrowheads="1"/>
          </p:cNvSpPr>
          <p:nvPr>
            <p:ph type="title"/>
          </p:nvPr>
        </p:nvSpPr>
        <p:spPr/>
        <p:txBody>
          <a:bodyPr/>
          <a:lstStyle/>
          <a:p>
            <a:pPr algn="l"/>
            <a:r>
              <a:rPr lang="en-US" altLang="zh-CN" sz="3200" b="1">
                <a:solidFill>
                  <a:schemeClr val="tx1"/>
                </a:solidFill>
                <a:latin typeface="Times New Roman" panose="02020603050405020304" pitchFamily="18" charset="0"/>
              </a:rPr>
              <a:t>2. </a:t>
            </a:r>
            <a:r>
              <a:rPr lang="zh-CN" altLang="en-US" sz="3200" b="1">
                <a:solidFill>
                  <a:schemeClr val="tx1"/>
                </a:solidFill>
                <a:latin typeface="Times New Roman" panose="02020603050405020304" pitchFamily="18" charset="0"/>
              </a:rPr>
              <a:t>学习机制和问题求解步骤</a:t>
            </a:r>
          </a:p>
        </p:txBody>
      </p:sp>
      <p:sp>
        <p:nvSpPr>
          <p:cNvPr id="39939" name="Rectangle 3">
            <a:extLst>
              <a:ext uri="{FF2B5EF4-FFF2-40B4-BE49-F238E27FC236}">
                <a16:creationId xmlns:a16="http://schemas.microsoft.com/office/drawing/2014/main" id="{3A131B57-0930-47BB-86BB-4FCFB6ECDAE5}"/>
              </a:ext>
            </a:extLst>
          </p:cNvPr>
          <p:cNvSpPr>
            <a:spLocks noGrp="1" noChangeArrowheads="1"/>
          </p:cNvSpPr>
          <p:nvPr>
            <p:ph type="body" sz="half" idx="1"/>
          </p:nvPr>
        </p:nvSpPr>
        <p:spPr>
          <a:xfrm>
            <a:off x="457200" y="1196975"/>
            <a:ext cx="8291513" cy="4899025"/>
          </a:xfrm>
        </p:spPr>
        <p:txBody>
          <a:bodyPr/>
          <a:lstStyle/>
          <a:p>
            <a:pPr marL="0" indent="0">
              <a:buFontTx/>
              <a:buNone/>
            </a:pPr>
            <a:r>
              <a:rPr lang="en-US" altLang="zh-CN" sz="2800" b="1">
                <a:solidFill>
                  <a:srgbClr val="FFFF00"/>
                </a:solidFill>
                <a:latin typeface="Times New Roman" panose="02020603050405020304" pitchFamily="18" charset="0"/>
              </a:rPr>
              <a:t>1) Bayes</a:t>
            </a:r>
            <a:r>
              <a:rPr lang="zh-CN" altLang="en-US" sz="2800" b="1">
                <a:solidFill>
                  <a:srgbClr val="FFFF00"/>
                </a:solidFill>
                <a:latin typeface="Times New Roman" panose="02020603050405020304" pitchFamily="18" charset="0"/>
              </a:rPr>
              <a:t>公式的学习机制</a:t>
            </a:r>
          </a:p>
          <a:p>
            <a:pPr marL="0" indent="0">
              <a:lnSpc>
                <a:spcPct val="125000"/>
              </a:lnSpc>
              <a:buFontTx/>
              <a:buNone/>
            </a:pPr>
            <a:r>
              <a:rPr lang="zh-CN" altLang="en-US" sz="2400" b="1">
                <a:latin typeface="Times New Roman" panose="02020603050405020304" pitchFamily="18" charset="0"/>
              </a:rPr>
              <a:t>        以正态分布为例，分析以</a:t>
            </a:r>
            <a:r>
              <a:rPr lang="en-US" altLang="zh-CN" sz="2400" b="1">
                <a:latin typeface="Times New Roman" panose="02020603050405020304" pitchFamily="18" charset="0"/>
              </a:rPr>
              <a:t>Bayes</a:t>
            </a:r>
            <a:r>
              <a:rPr lang="zh-CN" altLang="en-US" sz="2400" b="1">
                <a:latin typeface="Times New Roman" panose="02020603050405020304" pitchFamily="18" charset="0"/>
              </a:rPr>
              <a:t>公式求后验分布的学习机制。</a:t>
            </a:r>
          </a:p>
          <a:p>
            <a:pPr marL="0" indent="0">
              <a:lnSpc>
                <a:spcPct val="125000"/>
              </a:lnSpc>
              <a:buFontTx/>
              <a:buNone/>
            </a:pPr>
            <a:r>
              <a:rPr lang="zh-CN" altLang="en-US" sz="2400" b="1">
                <a:latin typeface="Times New Roman" panose="02020603050405020304" pitchFamily="18" charset="0"/>
              </a:rPr>
              <a:t>        设</a:t>
            </a:r>
            <a:r>
              <a:rPr lang="en-US" altLang="zh-CN" sz="2400" b="1" i="1">
                <a:latin typeface="Times New Roman" panose="02020603050405020304" pitchFamily="18" charset="0"/>
              </a:rPr>
              <a:t>x</a:t>
            </a:r>
            <a:r>
              <a:rPr lang="en-US" altLang="zh-CN" sz="2400" b="1">
                <a:latin typeface="Times New Roman" panose="02020603050405020304" pitchFamily="18" charset="0"/>
              </a:rPr>
              <a:t>={</a:t>
            </a:r>
            <a:r>
              <a:rPr lang="en-US" altLang="zh-CN" sz="2400" b="1" i="1">
                <a:latin typeface="Times New Roman" panose="02020603050405020304" pitchFamily="18" charset="0"/>
              </a:rPr>
              <a:t>x</a:t>
            </a:r>
            <a:r>
              <a:rPr lang="en-US" altLang="zh-CN" sz="2400" b="1" baseline="-25000">
                <a:latin typeface="Times New Roman" panose="02020603050405020304" pitchFamily="18" charset="0"/>
              </a:rPr>
              <a:t>1</a:t>
            </a:r>
            <a:r>
              <a:rPr lang="en-US" altLang="zh-CN" sz="2400" b="1">
                <a:latin typeface="Times New Roman" panose="02020603050405020304" pitchFamily="18" charset="0"/>
              </a:rPr>
              <a:t>, </a:t>
            </a:r>
            <a:r>
              <a:rPr lang="en-US" altLang="zh-CN" sz="2400" b="1" i="1">
                <a:latin typeface="Times New Roman" panose="02020603050405020304" pitchFamily="18" charset="0"/>
              </a:rPr>
              <a:t>x</a:t>
            </a:r>
            <a:r>
              <a:rPr lang="en-US" altLang="zh-CN" sz="2400" b="1" baseline="-25000">
                <a:latin typeface="Times New Roman" panose="02020603050405020304" pitchFamily="18" charset="0"/>
              </a:rPr>
              <a:t>2</a:t>
            </a:r>
            <a:r>
              <a:rPr lang="en-US" altLang="zh-CN" sz="2400" b="1">
                <a:latin typeface="Times New Roman" panose="02020603050405020304" pitchFamily="18" charset="0"/>
              </a:rPr>
              <a:t>, …, </a:t>
            </a:r>
            <a:r>
              <a:rPr lang="en-US" altLang="zh-CN" sz="2400" b="1" i="1">
                <a:latin typeface="Times New Roman" panose="02020603050405020304" pitchFamily="18" charset="0"/>
              </a:rPr>
              <a:t>x</a:t>
            </a:r>
            <a:r>
              <a:rPr lang="en-US" altLang="zh-CN" sz="2400" b="1" i="1" baseline="-25000">
                <a:latin typeface="Times New Roman" panose="02020603050405020304" pitchFamily="18" charset="0"/>
              </a:rPr>
              <a:t>n</a:t>
            </a:r>
            <a:r>
              <a:rPr lang="en-US" altLang="zh-CN" sz="2400" b="1">
                <a:latin typeface="Times New Roman" panose="02020603050405020304" pitchFamily="18" charset="0"/>
              </a:rPr>
              <a:t>}</a:t>
            </a:r>
            <a:r>
              <a:rPr lang="zh-CN" altLang="en-US" sz="2400" b="1">
                <a:latin typeface="Times New Roman" panose="02020603050405020304" pitchFamily="18" charset="0"/>
              </a:rPr>
              <a:t>是正态分布随机变量</a:t>
            </a:r>
            <a:r>
              <a:rPr lang="en-US" altLang="zh-CN" sz="2400" b="1" i="1">
                <a:latin typeface="Times New Roman" panose="02020603050405020304" pitchFamily="18" charset="0"/>
              </a:rPr>
              <a:t>N </a:t>
            </a:r>
            <a:r>
              <a:rPr lang="en-US" altLang="zh-CN" sz="2400" b="1">
                <a:latin typeface="Times New Roman" panose="02020603050405020304" pitchFamily="18" charset="0"/>
              </a:rPr>
              <a:t>(</a:t>
            </a:r>
            <a:r>
              <a:rPr lang="en-US" altLang="zh-CN" sz="2400" b="1" i="1">
                <a:latin typeface="Times New Roman" panose="02020603050405020304" pitchFamily="18" charset="0"/>
                <a:sym typeface="Symbol" panose="05050102010706020507" pitchFamily="18" charset="2"/>
              </a:rPr>
              <a:t> </a:t>
            </a:r>
            <a:r>
              <a:rPr lang="en-US" altLang="zh-CN" sz="2400" b="1">
                <a:latin typeface="Times New Roman" panose="02020603050405020304" pitchFamily="18" charset="0"/>
                <a:sym typeface="Symbol" panose="05050102010706020507" pitchFamily="18" charset="2"/>
              </a:rPr>
              <a:t>, </a:t>
            </a:r>
            <a:r>
              <a:rPr lang="en-US" altLang="zh-CN" sz="2400" b="1" i="1">
                <a:latin typeface="Times New Roman" panose="02020603050405020304" pitchFamily="18" charset="0"/>
                <a:sym typeface="Symbol" panose="05050102010706020507" pitchFamily="18" charset="2"/>
              </a:rPr>
              <a:t></a:t>
            </a:r>
            <a:r>
              <a:rPr lang="en-US" altLang="zh-CN" sz="2400" b="1" baseline="-25000">
                <a:latin typeface="Times New Roman" panose="02020603050405020304" pitchFamily="18" charset="0"/>
                <a:sym typeface="Symbol" panose="05050102010706020507" pitchFamily="18" charset="2"/>
              </a:rPr>
              <a:t>1</a:t>
            </a:r>
            <a:r>
              <a:rPr lang="en-US" altLang="zh-CN" sz="2400" b="1" baseline="30000">
                <a:latin typeface="Times New Roman" panose="02020603050405020304" pitchFamily="18" charset="0"/>
                <a:sym typeface="Symbol" panose="05050102010706020507" pitchFamily="18" charset="2"/>
              </a:rPr>
              <a:t>2</a:t>
            </a:r>
            <a:r>
              <a:rPr lang="en-US" altLang="zh-CN" sz="2400" b="1">
                <a:latin typeface="Times New Roman" panose="02020603050405020304" pitchFamily="18" charset="0"/>
              </a:rPr>
              <a:t> ) </a:t>
            </a:r>
            <a:r>
              <a:rPr lang="zh-CN" altLang="en-US" sz="2400" b="1">
                <a:latin typeface="Times New Roman" panose="02020603050405020304" pitchFamily="18" charset="0"/>
              </a:rPr>
              <a:t>的一个样本，其中</a:t>
            </a:r>
            <a:r>
              <a:rPr lang="zh-CN" altLang="en-US" sz="2400" b="1" i="1">
                <a:latin typeface="Times New Roman" panose="02020603050405020304" pitchFamily="18" charset="0"/>
                <a:sym typeface="Symbol" panose="05050102010706020507" pitchFamily="18" charset="2"/>
              </a:rPr>
              <a:t></a:t>
            </a:r>
            <a:r>
              <a:rPr lang="en-US" altLang="zh-CN" sz="2400" b="1" baseline="-25000">
                <a:latin typeface="Times New Roman" panose="02020603050405020304" pitchFamily="18" charset="0"/>
                <a:sym typeface="Symbol" panose="05050102010706020507" pitchFamily="18" charset="2"/>
              </a:rPr>
              <a:t>1</a:t>
            </a:r>
            <a:r>
              <a:rPr lang="en-US" altLang="zh-CN" sz="2400" b="1" baseline="30000">
                <a:latin typeface="Times New Roman" panose="02020603050405020304" pitchFamily="18" charset="0"/>
                <a:sym typeface="Symbol" panose="05050102010706020507" pitchFamily="18" charset="2"/>
              </a:rPr>
              <a:t>2</a:t>
            </a:r>
            <a:r>
              <a:rPr lang="zh-CN" altLang="en-US" sz="2400" b="1">
                <a:latin typeface="Times New Roman" panose="02020603050405020304" pitchFamily="18" charset="0"/>
              </a:rPr>
              <a:t>是方差，它是一个已知的量，</a:t>
            </a:r>
            <a:r>
              <a:rPr lang="zh-CN" altLang="en-US" sz="2400" b="1" i="1">
                <a:latin typeface="Times New Roman" panose="02020603050405020304" pitchFamily="18" charset="0"/>
                <a:sym typeface="Symbol" panose="05050102010706020507" pitchFamily="18" charset="2"/>
              </a:rPr>
              <a:t> </a:t>
            </a:r>
            <a:r>
              <a:rPr lang="zh-CN" altLang="en-US" sz="2400" b="1">
                <a:latin typeface="Times New Roman" panose="02020603050405020304" pitchFamily="18" charset="0"/>
              </a:rPr>
              <a:t>未知，求它的估计量     。</a:t>
            </a:r>
          </a:p>
          <a:p>
            <a:pPr marL="0" indent="0">
              <a:lnSpc>
                <a:spcPct val="125000"/>
              </a:lnSpc>
              <a:buFontTx/>
              <a:buNone/>
            </a:pPr>
            <a:r>
              <a:rPr lang="zh-CN" altLang="en-US" sz="2400" b="1">
                <a:latin typeface="Times New Roman" panose="02020603050405020304" pitchFamily="18" charset="0"/>
              </a:rPr>
              <a:t>         该正态分布样本</a:t>
            </a:r>
            <a:r>
              <a:rPr lang="en-US" altLang="zh-CN" sz="2400" b="1" i="1">
                <a:latin typeface="Times New Roman" panose="02020603050405020304" pitchFamily="18" charset="0"/>
              </a:rPr>
              <a:t>x</a:t>
            </a:r>
            <a:r>
              <a:rPr lang="zh-CN" altLang="en-US" sz="2400" b="1">
                <a:latin typeface="Times New Roman" panose="02020603050405020304" pitchFamily="18" charset="0"/>
              </a:rPr>
              <a:t>的似然函数为：</a:t>
            </a:r>
          </a:p>
        </p:txBody>
      </p:sp>
      <p:sp>
        <p:nvSpPr>
          <p:cNvPr id="39941" name="Rectangle 5">
            <a:extLst>
              <a:ext uri="{FF2B5EF4-FFF2-40B4-BE49-F238E27FC236}">
                <a16:creationId xmlns:a16="http://schemas.microsoft.com/office/drawing/2014/main" id="{C5784BD1-F190-450C-BACE-F9AB091BC40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39940" name="Object 4">
            <a:extLst>
              <a:ext uri="{FF2B5EF4-FFF2-40B4-BE49-F238E27FC236}">
                <a16:creationId xmlns:a16="http://schemas.microsoft.com/office/drawing/2014/main" id="{F5FF22A4-500A-4700-B01A-A59B976AA33F}"/>
              </a:ext>
            </a:extLst>
          </p:cNvPr>
          <p:cNvGraphicFramePr>
            <a:graphicFrameLocks noChangeAspect="1"/>
          </p:cNvGraphicFramePr>
          <p:nvPr/>
        </p:nvGraphicFramePr>
        <p:xfrm>
          <a:off x="0" y="0"/>
          <a:ext cx="647700" cy="228600"/>
        </p:xfrm>
        <a:graphic>
          <a:graphicData uri="http://schemas.openxmlformats.org/presentationml/2006/ole">
            <mc:AlternateContent xmlns:mc="http://schemas.openxmlformats.org/markup-compatibility/2006">
              <mc:Choice xmlns:v="urn:schemas-microsoft-com:vml" Requires="v">
                <p:oleObj name="公式" r:id="rId2" imgW="647700" imgH="228600" progId="Equation.3">
                  <p:embed/>
                </p:oleObj>
              </mc:Choice>
              <mc:Fallback>
                <p:oleObj name="公式" r:id="rId2" imgW="647700" imgH="2286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477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943" name="Rectangle 7">
            <a:extLst>
              <a:ext uri="{FF2B5EF4-FFF2-40B4-BE49-F238E27FC236}">
                <a16:creationId xmlns:a16="http://schemas.microsoft.com/office/drawing/2014/main" id="{A08BC3FD-9AD6-4114-866B-5401FA8EFD3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39967" name="Object 31">
            <a:extLst>
              <a:ext uri="{FF2B5EF4-FFF2-40B4-BE49-F238E27FC236}">
                <a16:creationId xmlns:a16="http://schemas.microsoft.com/office/drawing/2014/main" id="{1244EDBC-97CD-4557-86BC-C886A3164265}"/>
              </a:ext>
            </a:extLst>
          </p:cNvPr>
          <p:cNvGraphicFramePr>
            <a:graphicFrameLocks noGrp="1" noChangeAspect="1"/>
          </p:cNvGraphicFramePr>
          <p:nvPr>
            <p:ph sz="half" idx="2"/>
            <p:extLst>
              <p:ext uri="{D42A27DB-BD31-4B8C-83A1-F6EECF244321}">
                <p14:modId xmlns:p14="http://schemas.microsoft.com/office/powerpoint/2010/main" val="2546992679"/>
              </p:ext>
            </p:extLst>
          </p:nvPr>
        </p:nvGraphicFramePr>
        <p:xfrm>
          <a:off x="1608138" y="4797425"/>
          <a:ext cx="5997575" cy="1012825"/>
        </p:xfrm>
        <a:graphic>
          <a:graphicData uri="http://schemas.openxmlformats.org/presentationml/2006/ole">
            <mc:AlternateContent xmlns:mc="http://schemas.openxmlformats.org/markup-compatibility/2006">
              <mc:Choice xmlns:v="urn:schemas-microsoft-com:vml" Requires="v">
                <p:oleObj name="Equation" r:id="rId4" imgW="2857320" imgH="482400" progId="Equation.DSMT4">
                  <p:embed/>
                </p:oleObj>
              </mc:Choice>
              <mc:Fallback>
                <p:oleObj name="Equation" r:id="rId4" imgW="2857320" imgH="482400" progId="Equation.DSMT4">
                  <p:embed/>
                  <p:pic>
                    <p:nvPicPr>
                      <p:cNvPr id="0" name="Object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8138" y="4797425"/>
                        <a:ext cx="5997575" cy="1012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79B1C092-74F1-41B3-B3C0-7EF9EA1F3D35}"/>
              </a:ext>
            </a:extLst>
          </p:cNvPr>
          <p:cNvSpPr>
            <a:spLocks noGrp="1" noChangeArrowheads="1"/>
          </p:cNvSpPr>
          <p:nvPr>
            <p:ph type="title"/>
          </p:nvPr>
        </p:nvSpPr>
        <p:spPr>
          <a:xfrm>
            <a:off x="457200" y="228600"/>
            <a:ext cx="8229600" cy="823913"/>
          </a:xfrm>
        </p:spPr>
        <p:txBody>
          <a:bodyPr/>
          <a:lstStyle/>
          <a:p>
            <a:pPr algn="l"/>
            <a:r>
              <a:rPr lang="zh-CN" altLang="en-US" sz="2800" b="1">
                <a:solidFill>
                  <a:srgbClr val="FFFF00"/>
                </a:solidFill>
              </a:rPr>
              <a:t>求解过程：</a:t>
            </a:r>
          </a:p>
        </p:txBody>
      </p:sp>
      <p:sp>
        <p:nvSpPr>
          <p:cNvPr id="95235" name="Rectangle 3">
            <a:extLst>
              <a:ext uri="{FF2B5EF4-FFF2-40B4-BE49-F238E27FC236}">
                <a16:creationId xmlns:a16="http://schemas.microsoft.com/office/drawing/2014/main" id="{D3B657F5-2EB5-4ACB-959B-F20396B0EAC1}"/>
              </a:ext>
            </a:extLst>
          </p:cNvPr>
          <p:cNvSpPr>
            <a:spLocks noGrp="1" noChangeArrowheads="1"/>
          </p:cNvSpPr>
          <p:nvPr>
            <p:ph type="body" sz="half" idx="1"/>
          </p:nvPr>
        </p:nvSpPr>
        <p:spPr>
          <a:xfrm>
            <a:off x="468313" y="1052513"/>
            <a:ext cx="8435975" cy="4495800"/>
          </a:xfrm>
        </p:spPr>
        <p:txBody>
          <a:bodyPr/>
          <a:lstStyle/>
          <a:p>
            <a:pPr marL="533400" indent="-533400">
              <a:lnSpc>
                <a:spcPct val="125000"/>
              </a:lnSpc>
              <a:buFontTx/>
              <a:buAutoNum type="arabicParenBoth"/>
            </a:pPr>
            <a:r>
              <a:rPr lang="zh-CN" altLang="en-US" sz="2400" b="1">
                <a:latin typeface="Times New Roman" panose="02020603050405020304" pitchFamily="18" charset="0"/>
              </a:rPr>
              <a:t>取另一个正态分布</a:t>
            </a:r>
            <a:r>
              <a:rPr lang="en-US" altLang="zh-CN" sz="2400" b="1" i="1">
                <a:latin typeface="Times New Roman" panose="02020603050405020304" pitchFamily="18" charset="0"/>
              </a:rPr>
              <a:t>N </a:t>
            </a:r>
            <a:r>
              <a:rPr lang="en-US" altLang="zh-CN" sz="2400" b="1">
                <a:latin typeface="Times New Roman" panose="02020603050405020304" pitchFamily="18" charset="0"/>
              </a:rPr>
              <a:t>( </a:t>
            </a:r>
            <a:r>
              <a:rPr lang="en-US" altLang="zh-CN" sz="2400" b="1" i="1">
                <a:latin typeface="Times New Roman" panose="02020603050405020304" pitchFamily="18" charset="0"/>
                <a:sym typeface="Symbol" panose="05050102010706020507" pitchFamily="18" charset="2"/>
              </a:rPr>
              <a:t> </a:t>
            </a:r>
            <a:r>
              <a:rPr lang="en-US" altLang="zh-CN" sz="2400" b="1" baseline="-25000">
                <a:latin typeface="Times New Roman" panose="02020603050405020304" pitchFamily="18" charset="0"/>
                <a:sym typeface="Symbol" panose="05050102010706020507" pitchFamily="18" charset="2"/>
              </a:rPr>
              <a:t>0</a:t>
            </a:r>
            <a:r>
              <a:rPr lang="en-US" altLang="zh-CN" sz="2400" b="1">
                <a:latin typeface="Times New Roman" panose="02020603050405020304" pitchFamily="18" charset="0"/>
                <a:sym typeface="Symbol" panose="05050102010706020507" pitchFamily="18" charset="2"/>
              </a:rPr>
              <a:t>, </a:t>
            </a:r>
            <a:r>
              <a:rPr lang="en-US" altLang="zh-CN" sz="2400" b="1" i="1">
                <a:latin typeface="Times New Roman" panose="02020603050405020304" pitchFamily="18" charset="0"/>
                <a:sym typeface="Symbol" panose="05050102010706020507" pitchFamily="18" charset="2"/>
              </a:rPr>
              <a:t></a:t>
            </a:r>
            <a:r>
              <a:rPr lang="en-US" altLang="zh-CN" sz="2400" b="1" baseline="-25000">
                <a:latin typeface="Times New Roman" panose="02020603050405020304" pitchFamily="18" charset="0"/>
                <a:sym typeface="Symbol" panose="05050102010706020507" pitchFamily="18" charset="2"/>
              </a:rPr>
              <a:t>0</a:t>
            </a:r>
            <a:r>
              <a:rPr lang="en-US" altLang="zh-CN" sz="2400" b="1" baseline="30000">
                <a:latin typeface="Times New Roman" panose="02020603050405020304" pitchFamily="18" charset="0"/>
                <a:sym typeface="Symbol" panose="05050102010706020507" pitchFamily="18" charset="2"/>
              </a:rPr>
              <a:t>2 </a:t>
            </a:r>
            <a:r>
              <a:rPr lang="en-US" altLang="zh-CN" sz="2400" b="1">
                <a:latin typeface="Times New Roman" panose="02020603050405020304" pitchFamily="18" charset="0"/>
                <a:sym typeface="Symbol" panose="05050102010706020507" pitchFamily="18" charset="2"/>
              </a:rPr>
              <a:t>)</a:t>
            </a:r>
            <a:r>
              <a:rPr lang="zh-CN" altLang="en-US" sz="2400" b="1">
                <a:latin typeface="Times New Roman" panose="02020603050405020304" pitchFamily="18" charset="0"/>
              </a:rPr>
              <a:t>作为该待估计参数</a:t>
            </a:r>
            <a:r>
              <a:rPr lang="zh-CN" altLang="en-US" sz="2400" b="1" i="1">
                <a:latin typeface="Times New Roman" panose="02020603050405020304" pitchFamily="18" charset="0"/>
                <a:sym typeface="Symbol" panose="05050102010706020507" pitchFamily="18" charset="2"/>
              </a:rPr>
              <a:t> </a:t>
            </a:r>
            <a:r>
              <a:rPr lang="zh-CN" altLang="en-US" sz="2400" b="1">
                <a:latin typeface="Times New Roman" panose="02020603050405020304" pitchFamily="18" charset="0"/>
                <a:sym typeface="Symbol" panose="05050102010706020507" pitchFamily="18" charset="2"/>
              </a:rPr>
              <a:t>的</a:t>
            </a:r>
            <a:r>
              <a:rPr lang="zh-CN" altLang="en-US" sz="2400" b="1">
                <a:latin typeface="Times New Roman" panose="02020603050405020304" pitchFamily="18" charset="0"/>
              </a:rPr>
              <a:t>先验分布，则有先验分布为：</a:t>
            </a:r>
          </a:p>
          <a:p>
            <a:pPr marL="533400" indent="-533400">
              <a:lnSpc>
                <a:spcPct val="125000"/>
              </a:lnSpc>
              <a:buFontTx/>
              <a:buAutoNum type="arabicParenBoth"/>
            </a:pPr>
            <a:endParaRPr lang="zh-CN" altLang="en-US" sz="2400" b="1" baseline="-25000">
              <a:latin typeface="Times New Roman" panose="02020603050405020304" pitchFamily="18" charset="0"/>
              <a:cs typeface="Times New Roman" panose="02020603050405020304" pitchFamily="18" charset="0"/>
              <a:sym typeface="Symbol" panose="05050102010706020507" pitchFamily="18" charset="2"/>
            </a:endParaRPr>
          </a:p>
          <a:p>
            <a:pPr marL="533400" indent="-533400">
              <a:lnSpc>
                <a:spcPct val="125000"/>
              </a:lnSpc>
              <a:buFontTx/>
              <a:buAutoNum type="arabicParenBoth"/>
            </a:pPr>
            <a:endParaRPr lang="zh-CN" altLang="en-US" sz="2400" b="1" baseline="-25000">
              <a:latin typeface="Times New Roman" panose="02020603050405020304" pitchFamily="18" charset="0"/>
              <a:cs typeface="Times New Roman" panose="02020603050405020304" pitchFamily="18" charset="0"/>
              <a:sym typeface="Symbol" panose="05050102010706020507" pitchFamily="18" charset="2"/>
            </a:endParaRPr>
          </a:p>
          <a:p>
            <a:pPr marL="533400" indent="-533400">
              <a:lnSpc>
                <a:spcPct val="125000"/>
              </a:lnSpc>
              <a:buFontTx/>
              <a:buAutoNum type="arabicParenBoth"/>
            </a:pPr>
            <a:endParaRPr lang="zh-CN" altLang="en-US" sz="2400" b="1" baseline="-25000">
              <a:latin typeface="Times New Roman" panose="02020603050405020304" pitchFamily="18" charset="0"/>
              <a:cs typeface="Times New Roman" panose="02020603050405020304" pitchFamily="18" charset="0"/>
              <a:sym typeface="Symbol" panose="05050102010706020507" pitchFamily="18" charset="2"/>
            </a:endParaRPr>
          </a:p>
          <a:p>
            <a:pPr marL="533400" indent="-533400">
              <a:lnSpc>
                <a:spcPct val="125000"/>
              </a:lnSpc>
              <a:buFontTx/>
              <a:buAutoNum type="arabicParenBoth"/>
            </a:pPr>
            <a:endParaRPr lang="zh-CN" altLang="en-US" sz="2400" b="1" baseline="-25000">
              <a:latin typeface="Times New Roman" panose="02020603050405020304" pitchFamily="18" charset="0"/>
              <a:cs typeface="Times New Roman" panose="02020603050405020304" pitchFamily="18" charset="0"/>
              <a:sym typeface="Symbol" panose="05050102010706020507" pitchFamily="18" charset="2"/>
            </a:endParaRPr>
          </a:p>
          <a:p>
            <a:pPr marL="533400" indent="-533400">
              <a:lnSpc>
                <a:spcPct val="125000"/>
              </a:lnSpc>
              <a:buFontTx/>
              <a:buNone/>
            </a:pPr>
            <a:r>
              <a:rPr lang="zh-CN" altLang="el-GR" sz="2400" b="1">
                <a:latin typeface="Times New Roman" panose="02020603050405020304" pitchFamily="18" charset="0"/>
                <a:cs typeface="Times New Roman" panose="02020603050405020304" pitchFamily="18" charset="0"/>
                <a:sym typeface="Symbol" panose="05050102010706020507" pitchFamily="18" charset="2"/>
              </a:rPr>
              <a:t>由此可以写出样本</a:t>
            </a:r>
            <a:r>
              <a:rPr lang="el-GR" altLang="zh-CN" sz="2400" b="1" i="1">
                <a:latin typeface="Times New Roman" panose="02020603050405020304" pitchFamily="18" charset="0"/>
                <a:cs typeface="Times New Roman" panose="02020603050405020304" pitchFamily="18" charset="0"/>
                <a:sym typeface="Symbol" panose="05050102010706020507" pitchFamily="18" charset="2"/>
              </a:rPr>
              <a:t>x</a:t>
            </a:r>
            <a:r>
              <a:rPr lang="zh-CN" altLang="el-GR" sz="2400" b="1">
                <a:latin typeface="Times New Roman" panose="02020603050405020304" pitchFamily="18" charset="0"/>
                <a:cs typeface="Times New Roman" panose="02020603050405020304" pitchFamily="18" charset="0"/>
                <a:sym typeface="Symbol" panose="05050102010706020507" pitchFamily="18" charset="2"/>
              </a:rPr>
              <a:t>与参数</a:t>
            </a:r>
            <a:r>
              <a:rPr lang="zh-CN" altLang="el-GR" sz="2400" b="1" i="1">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i="1">
                <a:latin typeface="Times New Roman" panose="02020603050405020304" pitchFamily="18" charset="0"/>
                <a:cs typeface="Times New Roman" panose="02020603050405020304" pitchFamily="18" charset="0"/>
                <a:sym typeface="Symbol" panose="05050102010706020507" pitchFamily="18" charset="2"/>
              </a:rPr>
              <a:t> </a:t>
            </a:r>
            <a:r>
              <a:rPr lang="zh-CN" altLang="el-GR" sz="2400" b="1">
                <a:latin typeface="Times New Roman" panose="02020603050405020304" pitchFamily="18" charset="0"/>
                <a:cs typeface="Times New Roman" panose="02020603050405020304" pitchFamily="18" charset="0"/>
                <a:sym typeface="Symbol" panose="05050102010706020507" pitchFamily="18" charset="2"/>
              </a:rPr>
              <a:t>的联合概率密度：</a:t>
            </a:r>
          </a:p>
        </p:txBody>
      </p:sp>
      <p:graphicFrame>
        <p:nvGraphicFramePr>
          <p:cNvPr id="95242" name="Object 10">
            <a:extLst>
              <a:ext uri="{FF2B5EF4-FFF2-40B4-BE49-F238E27FC236}">
                <a16:creationId xmlns:a16="http://schemas.microsoft.com/office/drawing/2014/main" id="{921F65C0-4C3E-4BB4-A11B-6EB5CA65AB69}"/>
              </a:ext>
            </a:extLst>
          </p:cNvPr>
          <p:cNvGraphicFramePr>
            <a:graphicFrameLocks noChangeAspect="1"/>
          </p:cNvGraphicFramePr>
          <p:nvPr/>
        </p:nvGraphicFramePr>
        <p:xfrm>
          <a:off x="1547813" y="2276475"/>
          <a:ext cx="6313487" cy="1035050"/>
        </p:xfrm>
        <a:graphic>
          <a:graphicData uri="http://schemas.openxmlformats.org/presentationml/2006/ole">
            <mc:AlternateContent xmlns:mc="http://schemas.openxmlformats.org/markup-compatibility/2006">
              <mc:Choice xmlns:v="urn:schemas-microsoft-com:vml" Requires="v">
                <p:oleObj name="公式" r:id="rId2" imgW="3098520" imgH="507960" progId="Equation.3">
                  <p:embed/>
                </p:oleObj>
              </mc:Choice>
              <mc:Fallback>
                <p:oleObj name="公式" r:id="rId2" imgW="3098520" imgH="507960" progId="Equation.3">
                  <p:embed/>
                  <p:pic>
                    <p:nvPicPr>
                      <p:cNvPr id="0" name="Object 10"/>
                      <p:cNvPicPr>
                        <a:picLocks noChangeAspect="1" noChangeArrowheads="1"/>
                      </p:cNvPicPr>
                      <p:nvPr/>
                    </p:nvPicPr>
                    <p:blipFill>
                      <a:blip r:embed="rId3">
                        <a:lum bright="100000"/>
                        <a:extLst>
                          <a:ext uri="{28A0092B-C50C-407E-A947-70E740481C1C}">
                            <a14:useLocalDpi xmlns:a14="http://schemas.microsoft.com/office/drawing/2010/main" val="0"/>
                          </a:ext>
                        </a:extLst>
                      </a:blip>
                      <a:srcRect/>
                      <a:stretch>
                        <a:fillRect/>
                      </a:stretch>
                    </p:blipFill>
                    <p:spPr bwMode="auto">
                      <a:xfrm>
                        <a:off x="1547813" y="2276475"/>
                        <a:ext cx="6313487" cy="103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5261" name="Object 29">
            <a:extLst>
              <a:ext uri="{FF2B5EF4-FFF2-40B4-BE49-F238E27FC236}">
                <a16:creationId xmlns:a16="http://schemas.microsoft.com/office/drawing/2014/main" id="{8B65A2BB-7EA2-47DD-A75C-C9FB6CF5A140}"/>
              </a:ext>
            </a:extLst>
          </p:cNvPr>
          <p:cNvGraphicFramePr>
            <a:graphicFrameLocks noGrp="1" noChangeAspect="1"/>
          </p:cNvGraphicFramePr>
          <p:nvPr>
            <p:ph sz="half" idx="2"/>
          </p:nvPr>
        </p:nvGraphicFramePr>
        <p:xfrm>
          <a:off x="566738" y="4100513"/>
          <a:ext cx="7578725" cy="1692275"/>
        </p:xfrm>
        <a:graphic>
          <a:graphicData uri="http://schemas.openxmlformats.org/presentationml/2006/ole">
            <mc:AlternateContent xmlns:mc="http://schemas.openxmlformats.org/markup-compatibility/2006">
              <mc:Choice xmlns:v="urn:schemas-microsoft-com:vml" Requires="v">
                <p:oleObj name="公式" r:id="rId4" imgW="4038480" imgH="901440" progId="Equation.3">
                  <p:embed/>
                </p:oleObj>
              </mc:Choice>
              <mc:Fallback>
                <p:oleObj name="公式" r:id="rId4" imgW="4038480" imgH="901440" progId="Equation.3">
                  <p:embed/>
                  <p:pic>
                    <p:nvPicPr>
                      <p:cNvPr id="0" name="Object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6738" y="4100513"/>
                        <a:ext cx="7578725" cy="169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Rectangle 3">
            <a:extLst>
              <a:ext uri="{FF2B5EF4-FFF2-40B4-BE49-F238E27FC236}">
                <a16:creationId xmlns:a16="http://schemas.microsoft.com/office/drawing/2014/main" id="{DFC36B11-86F2-4C62-9745-A8C7FA43D638}"/>
              </a:ext>
            </a:extLst>
          </p:cNvPr>
          <p:cNvSpPr>
            <a:spLocks noGrp="1" noChangeArrowheads="1"/>
          </p:cNvSpPr>
          <p:nvPr>
            <p:ph type="body" sz="half" idx="1"/>
          </p:nvPr>
        </p:nvSpPr>
        <p:spPr>
          <a:xfrm>
            <a:off x="395288" y="692150"/>
            <a:ext cx="8435975" cy="4495800"/>
          </a:xfrm>
        </p:spPr>
        <p:txBody>
          <a:bodyPr/>
          <a:lstStyle/>
          <a:p>
            <a:pPr marL="533400" indent="-533400">
              <a:lnSpc>
                <a:spcPct val="125000"/>
              </a:lnSpc>
              <a:buFontTx/>
              <a:buNone/>
            </a:pPr>
            <a:r>
              <a:rPr lang="zh-CN" altLang="en-US" sz="2800" b="1">
                <a:latin typeface="Times New Roman" panose="02020603050405020304" pitchFamily="18" charset="0"/>
                <a:cs typeface="Times New Roman" panose="02020603050405020304" pitchFamily="18" charset="0"/>
                <a:sym typeface="Symbol" panose="05050102010706020507" pitchFamily="18" charset="2"/>
              </a:rPr>
              <a:t>取</a:t>
            </a:r>
          </a:p>
          <a:p>
            <a:pPr marL="533400" indent="-533400">
              <a:lnSpc>
                <a:spcPct val="125000"/>
              </a:lnSpc>
              <a:buFontTx/>
              <a:buAutoNum type="arabicParenBoth"/>
            </a:pPr>
            <a:endParaRPr lang="zh-CN" altLang="en-US" sz="2400" b="1" baseline="-25000">
              <a:latin typeface="Times New Roman" panose="02020603050405020304" pitchFamily="18" charset="0"/>
              <a:cs typeface="Times New Roman" panose="02020603050405020304" pitchFamily="18" charset="0"/>
              <a:sym typeface="Symbol" panose="05050102010706020507" pitchFamily="18" charset="2"/>
            </a:endParaRPr>
          </a:p>
          <a:p>
            <a:pPr marL="533400" indent="-533400">
              <a:lnSpc>
                <a:spcPct val="125000"/>
              </a:lnSpc>
              <a:buFontTx/>
              <a:buNone/>
            </a:pPr>
            <a:endParaRPr lang="zh-CN" altLang="en-US" sz="2400" b="1" baseline="-25000">
              <a:latin typeface="Times New Roman" panose="02020603050405020304" pitchFamily="18" charset="0"/>
              <a:cs typeface="Times New Roman" panose="02020603050405020304" pitchFamily="18" charset="0"/>
              <a:sym typeface="Symbol" panose="05050102010706020507" pitchFamily="18" charset="2"/>
            </a:endParaRPr>
          </a:p>
          <a:p>
            <a:pPr marL="533400" indent="-533400">
              <a:lnSpc>
                <a:spcPct val="125000"/>
              </a:lnSpc>
              <a:buFontTx/>
              <a:buNone/>
            </a:pPr>
            <a:endParaRPr lang="zh-CN" altLang="en-US" sz="2400" b="1">
              <a:latin typeface="Times New Roman" panose="02020603050405020304" pitchFamily="18" charset="0"/>
              <a:cs typeface="Times New Roman" panose="02020603050405020304" pitchFamily="18" charset="0"/>
              <a:sym typeface="Symbol" panose="05050102010706020507" pitchFamily="18" charset="2"/>
            </a:endParaRPr>
          </a:p>
          <a:p>
            <a:pPr marL="533400" indent="-533400">
              <a:lnSpc>
                <a:spcPct val="125000"/>
              </a:lnSpc>
              <a:buFontTx/>
              <a:buNone/>
            </a:pPr>
            <a:endParaRPr lang="zh-CN" altLang="en-US" sz="2400" b="1">
              <a:latin typeface="Times New Roman" panose="02020603050405020304" pitchFamily="18" charset="0"/>
              <a:cs typeface="Times New Roman" panose="02020603050405020304" pitchFamily="18" charset="0"/>
              <a:sym typeface="Symbol" panose="05050102010706020507" pitchFamily="18" charset="2"/>
            </a:endParaRPr>
          </a:p>
          <a:p>
            <a:pPr marL="533400" indent="-533400">
              <a:lnSpc>
                <a:spcPct val="125000"/>
              </a:lnSpc>
              <a:buFontTx/>
              <a:buNone/>
            </a:pPr>
            <a:r>
              <a:rPr lang="zh-CN" altLang="el-GR" sz="2800" b="1">
                <a:latin typeface="Times New Roman" panose="02020603050405020304" pitchFamily="18" charset="0"/>
                <a:cs typeface="Times New Roman" panose="02020603050405020304" pitchFamily="18" charset="0"/>
                <a:sym typeface="Symbol" panose="05050102010706020507" pitchFamily="18" charset="2"/>
              </a:rPr>
              <a:t>则可得到：</a:t>
            </a:r>
          </a:p>
        </p:txBody>
      </p:sp>
      <p:graphicFrame>
        <p:nvGraphicFramePr>
          <p:cNvPr id="122884" name="Object 4">
            <a:extLst>
              <a:ext uri="{FF2B5EF4-FFF2-40B4-BE49-F238E27FC236}">
                <a16:creationId xmlns:a16="http://schemas.microsoft.com/office/drawing/2014/main" id="{77ABE844-0B1E-4599-80A1-AA4ECDFBAEE3}"/>
              </a:ext>
            </a:extLst>
          </p:cNvPr>
          <p:cNvGraphicFramePr>
            <a:graphicFrameLocks noChangeAspect="1"/>
          </p:cNvGraphicFramePr>
          <p:nvPr/>
        </p:nvGraphicFramePr>
        <p:xfrm>
          <a:off x="468313" y="1557338"/>
          <a:ext cx="8337550" cy="1182687"/>
        </p:xfrm>
        <a:graphic>
          <a:graphicData uri="http://schemas.openxmlformats.org/presentationml/2006/ole">
            <mc:AlternateContent xmlns:mc="http://schemas.openxmlformats.org/markup-compatibility/2006">
              <mc:Choice xmlns:v="urn:schemas-microsoft-com:vml" Requires="v">
                <p:oleObj name="公式" r:id="rId2" imgW="3136680" imgH="444240" progId="Equation.3">
                  <p:embed/>
                </p:oleObj>
              </mc:Choice>
              <mc:Fallback>
                <p:oleObj name="公式" r:id="rId2" imgW="3136680" imgH="444240" progId="Equation.3">
                  <p:embed/>
                  <p:pic>
                    <p:nvPicPr>
                      <p:cNvPr id="0" name="Object 4"/>
                      <p:cNvPicPr>
                        <a:picLocks noChangeAspect="1" noChangeArrowheads="1"/>
                      </p:cNvPicPr>
                      <p:nvPr/>
                    </p:nvPicPr>
                    <p:blipFill>
                      <a:blip r:embed="rId3">
                        <a:lum bright="100000"/>
                        <a:extLst>
                          <a:ext uri="{28A0092B-C50C-407E-A947-70E740481C1C}">
                            <a14:useLocalDpi xmlns:a14="http://schemas.microsoft.com/office/drawing/2010/main" val="0"/>
                          </a:ext>
                        </a:extLst>
                      </a:blip>
                      <a:srcRect/>
                      <a:stretch>
                        <a:fillRect/>
                      </a:stretch>
                    </p:blipFill>
                    <p:spPr bwMode="auto">
                      <a:xfrm>
                        <a:off x="468313" y="1557338"/>
                        <a:ext cx="8337550" cy="1182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885" name="Object 5">
            <a:extLst>
              <a:ext uri="{FF2B5EF4-FFF2-40B4-BE49-F238E27FC236}">
                <a16:creationId xmlns:a16="http://schemas.microsoft.com/office/drawing/2014/main" id="{C56132A3-8FC6-4A31-85B6-4A5F2DD8DB7B}"/>
              </a:ext>
            </a:extLst>
          </p:cNvPr>
          <p:cNvGraphicFramePr>
            <a:graphicFrameLocks noGrp="1" noChangeAspect="1"/>
          </p:cNvGraphicFramePr>
          <p:nvPr>
            <p:ph sz="half" idx="2"/>
          </p:nvPr>
        </p:nvGraphicFramePr>
        <p:xfrm>
          <a:off x="1258888" y="3671888"/>
          <a:ext cx="6958012" cy="1187450"/>
        </p:xfrm>
        <a:graphic>
          <a:graphicData uri="http://schemas.openxmlformats.org/presentationml/2006/ole">
            <mc:AlternateContent xmlns:mc="http://schemas.openxmlformats.org/markup-compatibility/2006">
              <mc:Choice xmlns:v="urn:schemas-microsoft-com:vml" Requires="v">
                <p:oleObj name="公式" r:id="rId4" imgW="2603160" imgH="444240" progId="Equation.3">
                  <p:embed/>
                </p:oleObj>
              </mc:Choice>
              <mc:Fallback>
                <p:oleObj name="公式" r:id="rId4" imgW="2603160" imgH="44424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8888" y="3671888"/>
                        <a:ext cx="6958012" cy="1187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8" name="Text Box 8">
            <a:extLst>
              <a:ext uri="{FF2B5EF4-FFF2-40B4-BE49-F238E27FC236}">
                <a16:creationId xmlns:a16="http://schemas.microsoft.com/office/drawing/2014/main" id="{8D252BEB-2A5F-4BA9-8087-95F68C4D80FE}"/>
              </a:ext>
            </a:extLst>
          </p:cNvPr>
          <p:cNvSpPr txBox="1">
            <a:spLocks noChangeArrowheads="1"/>
          </p:cNvSpPr>
          <p:nvPr/>
        </p:nvSpPr>
        <p:spPr bwMode="auto">
          <a:xfrm>
            <a:off x="0" y="908050"/>
            <a:ext cx="8137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a:latin typeface="Times New Roman" panose="02020603050405020304" pitchFamily="18" charset="0"/>
              </a:rPr>
              <a:t>(2)  </a:t>
            </a:r>
            <a:r>
              <a:rPr lang="zh-CN" altLang="en-US" sz="2800" b="1">
                <a:latin typeface="Times New Roman" panose="02020603050405020304" pitchFamily="18" charset="0"/>
              </a:rPr>
              <a:t>计算样本 </a:t>
            </a:r>
            <a:r>
              <a:rPr lang="en-US" altLang="zh-CN" sz="2800" b="1" i="1">
                <a:latin typeface="Times New Roman" panose="02020603050405020304" pitchFamily="18" charset="0"/>
              </a:rPr>
              <a:t>x</a:t>
            </a:r>
            <a:r>
              <a:rPr lang="en-US" altLang="zh-CN" sz="2800" b="1">
                <a:latin typeface="Times New Roman" panose="02020603050405020304" pitchFamily="18" charset="0"/>
              </a:rPr>
              <a:t> </a:t>
            </a:r>
            <a:r>
              <a:rPr lang="zh-CN" altLang="en-US" sz="2800" b="1">
                <a:latin typeface="Times New Roman" panose="02020603050405020304" pitchFamily="18" charset="0"/>
              </a:rPr>
              <a:t>的边缘分布：</a:t>
            </a:r>
          </a:p>
        </p:txBody>
      </p:sp>
      <p:sp>
        <p:nvSpPr>
          <p:cNvPr id="40980" name="Rectangle 20">
            <a:extLst>
              <a:ext uri="{FF2B5EF4-FFF2-40B4-BE49-F238E27FC236}">
                <a16:creationId xmlns:a16="http://schemas.microsoft.com/office/drawing/2014/main" id="{075B8C1F-3240-4877-AD13-47C5137BCF01}"/>
              </a:ext>
            </a:extLst>
          </p:cNvPr>
          <p:cNvSpPr>
            <a:spLocks noChangeArrowheads="1"/>
          </p:cNvSpPr>
          <p:nvPr/>
        </p:nvSpPr>
        <p:spPr bwMode="auto">
          <a:xfrm>
            <a:off x="0" y="2609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40985" name="Object 25">
            <a:extLst>
              <a:ext uri="{FF2B5EF4-FFF2-40B4-BE49-F238E27FC236}">
                <a16:creationId xmlns:a16="http://schemas.microsoft.com/office/drawing/2014/main" id="{CF695A48-6951-4563-9738-1826DD793972}"/>
              </a:ext>
            </a:extLst>
          </p:cNvPr>
          <p:cNvGraphicFramePr>
            <a:graphicFrameLocks noChangeAspect="1"/>
          </p:cNvGraphicFramePr>
          <p:nvPr/>
        </p:nvGraphicFramePr>
        <p:xfrm>
          <a:off x="1350963" y="1844675"/>
          <a:ext cx="5491162" cy="2916238"/>
        </p:xfrm>
        <a:graphic>
          <a:graphicData uri="http://schemas.openxmlformats.org/presentationml/2006/ole">
            <mc:AlternateContent xmlns:mc="http://schemas.openxmlformats.org/markup-compatibility/2006">
              <mc:Choice xmlns:v="urn:schemas-microsoft-com:vml" Requires="v">
                <p:oleObj name="公式" r:id="rId2" imgW="2501640" imgH="1333440" progId="Equation.3">
                  <p:embed/>
                </p:oleObj>
              </mc:Choice>
              <mc:Fallback>
                <p:oleObj name="公式" r:id="rId2" imgW="2501640" imgH="1333440" progId="Equation.3">
                  <p:embed/>
                  <p:pic>
                    <p:nvPicPr>
                      <p:cNvPr id="0" name="Object 25"/>
                      <p:cNvPicPr>
                        <a:picLocks noChangeAspect="1" noChangeArrowheads="1"/>
                      </p:cNvPicPr>
                      <p:nvPr/>
                    </p:nvPicPr>
                    <p:blipFill>
                      <a:blip r:embed="rId3">
                        <a:lum bright="100000"/>
                        <a:extLst>
                          <a:ext uri="{28A0092B-C50C-407E-A947-70E740481C1C}">
                            <a14:useLocalDpi xmlns:a14="http://schemas.microsoft.com/office/drawing/2010/main" val="0"/>
                          </a:ext>
                        </a:extLst>
                      </a:blip>
                      <a:srcRect/>
                      <a:stretch>
                        <a:fillRect/>
                      </a:stretch>
                    </p:blipFill>
                    <p:spPr bwMode="auto">
                      <a:xfrm>
                        <a:off x="1350963" y="1844675"/>
                        <a:ext cx="5491162" cy="291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89" name="Object 29">
            <a:extLst>
              <a:ext uri="{FF2B5EF4-FFF2-40B4-BE49-F238E27FC236}">
                <a16:creationId xmlns:a16="http://schemas.microsoft.com/office/drawing/2014/main" id="{0A524681-8D3A-4BA3-A19D-11CAAEA218D6}"/>
              </a:ext>
            </a:extLst>
          </p:cNvPr>
          <p:cNvGraphicFramePr>
            <a:graphicFrameLocks noChangeAspect="1"/>
          </p:cNvGraphicFramePr>
          <p:nvPr/>
        </p:nvGraphicFramePr>
        <p:xfrm>
          <a:off x="4659313" y="1881188"/>
          <a:ext cx="114300" cy="215900"/>
        </p:xfrm>
        <a:graphic>
          <a:graphicData uri="http://schemas.openxmlformats.org/presentationml/2006/ole">
            <mc:AlternateContent xmlns:mc="http://schemas.openxmlformats.org/markup-compatibility/2006">
              <mc:Choice xmlns:v="urn:schemas-microsoft-com:vml" Requires="v">
                <p:oleObj name="公式" r:id="rId4" imgW="114120" imgH="215640" progId="Equation.3">
                  <p:embed/>
                </p:oleObj>
              </mc:Choice>
              <mc:Fallback>
                <p:oleObj name="公式" r:id="rId4" imgW="114120" imgH="215640" progId="Equation.3">
                  <p:embed/>
                  <p:pic>
                    <p:nvPicPr>
                      <p:cNvPr id="0" name="Object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9313" y="1881188"/>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8" name="Text Box 8">
            <a:extLst>
              <a:ext uri="{FF2B5EF4-FFF2-40B4-BE49-F238E27FC236}">
                <a16:creationId xmlns:a16="http://schemas.microsoft.com/office/drawing/2014/main" id="{8D252BEB-2A5F-4BA9-8087-95F68C4D80FE}"/>
              </a:ext>
            </a:extLst>
          </p:cNvPr>
          <p:cNvSpPr txBox="1">
            <a:spLocks noChangeArrowheads="1"/>
          </p:cNvSpPr>
          <p:nvPr/>
        </p:nvSpPr>
        <p:spPr bwMode="auto">
          <a:xfrm>
            <a:off x="0" y="908050"/>
            <a:ext cx="8137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dirty="0">
                <a:latin typeface="Times New Roman" panose="02020603050405020304" pitchFamily="18" charset="0"/>
              </a:rPr>
              <a:t>(3)  </a:t>
            </a:r>
            <a:r>
              <a:rPr lang="zh-CN" altLang="en-US" sz="2800" b="1" dirty="0">
                <a:latin typeface="Times New Roman" panose="02020603050405020304" pitchFamily="18" charset="0"/>
              </a:rPr>
              <a:t>用</a:t>
            </a:r>
            <a:r>
              <a:rPr lang="en-US" altLang="zh-CN" sz="2800" b="1" dirty="0">
                <a:latin typeface="Times New Roman" panose="02020603050405020304" pitchFamily="18" charset="0"/>
              </a:rPr>
              <a:t>Bayes</a:t>
            </a:r>
            <a:r>
              <a:rPr lang="zh-CN" altLang="en-US" sz="2800" b="1" dirty="0">
                <a:latin typeface="Times New Roman" panose="02020603050405020304" pitchFamily="18" charset="0"/>
              </a:rPr>
              <a:t>公式计算参数 </a:t>
            </a:r>
            <a:r>
              <a:rPr lang="el-GR" altLang="zh-CN" sz="2800" b="1" i="1" dirty="0">
                <a:latin typeface="Times New Roman" panose="02020603050405020304" pitchFamily="18" charset="0"/>
                <a:cs typeface="Times New Roman" panose="02020603050405020304" pitchFamily="18" charset="0"/>
              </a:rPr>
              <a:t>θ</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的后验分布 </a:t>
            </a:r>
            <a:r>
              <a:rPr lang="en-US" altLang="zh-CN" sz="2800" b="1" i="1" dirty="0">
                <a:latin typeface="Times New Roman" panose="02020603050405020304" pitchFamily="18" charset="0"/>
              </a:rPr>
              <a:t>p</a:t>
            </a:r>
            <a:r>
              <a:rPr lang="en-US" altLang="zh-CN" sz="2800" b="1" dirty="0">
                <a:latin typeface="Times New Roman" panose="02020603050405020304" pitchFamily="18" charset="0"/>
              </a:rPr>
              <a:t> (</a:t>
            </a:r>
            <a:r>
              <a:rPr lang="el-GR" altLang="zh-CN" sz="2800" b="1" i="1" dirty="0">
                <a:latin typeface="Times New Roman" panose="02020603050405020304" pitchFamily="18" charset="0"/>
                <a:cs typeface="Times New Roman" panose="02020603050405020304" pitchFamily="18" charset="0"/>
              </a:rPr>
              <a:t>θ</a:t>
            </a:r>
            <a:r>
              <a:rPr lang="en-US" altLang="zh-CN" sz="2800" b="1" dirty="0">
                <a:latin typeface="Times New Roman" panose="02020603050405020304" pitchFamily="18" charset="0"/>
                <a:cs typeface="Times New Roman" panose="02020603050405020304" pitchFamily="18" charset="0"/>
              </a:rPr>
              <a:t> | </a:t>
            </a:r>
            <a:r>
              <a:rPr lang="en-US" altLang="zh-CN" sz="2800" b="1" i="1" dirty="0">
                <a:latin typeface="Times New Roman" panose="02020603050405020304" pitchFamily="18" charset="0"/>
                <a:cs typeface="Times New Roman" panose="02020603050405020304" pitchFamily="18" charset="0"/>
              </a:rPr>
              <a:t>x</a:t>
            </a:r>
            <a:r>
              <a:rPr lang="en-US" altLang="zh-CN" sz="2800" b="1" dirty="0">
                <a:latin typeface="Times New Roman" panose="02020603050405020304" pitchFamily="18" charset="0"/>
                <a:cs typeface="Times New Roman" panose="02020603050405020304" pitchFamily="18" charset="0"/>
              </a:rPr>
              <a:t>)</a:t>
            </a:r>
            <a:r>
              <a:rPr lang="zh-CN" altLang="en-US" sz="2800" b="1" dirty="0">
                <a:latin typeface="Times New Roman" panose="02020603050405020304" pitchFamily="18" charset="0"/>
              </a:rPr>
              <a:t>：</a:t>
            </a:r>
          </a:p>
        </p:txBody>
      </p:sp>
      <p:graphicFrame>
        <p:nvGraphicFramePr>
          <p:cNvPr id="40989" name="Object 29">
            <a:extLst>
              <a:ext uri="{FF2B5EF4-FFF2-40B4-BE49-F238E27FC236}">
                <a16:creationId xmlns:a16="http://schemas.microsoft.com/office/drawing/2014/main" id="{0A524681-8D3A-4BA3-A19D-11CAAEA218D6}"/>
              </a:ext>
            </a:extLst>
          </p:cNvPr>
          <p:cNvGraphicFramePr>
            <a:graphicFrameLocks noChangeAspect="1"/>
          </p:cNvGraphicFramePr>
          <p:nvPr/>
        </p:nvGraphicFramePr>
        <p:xfrm>
          <a:off x="4659313" y="1881188"/>
          <a:ext cx="114300" cy="215900"/>
        </p:xfrm>
        <a:graphic>
          <a:graphicData uri="http://schemas.openxmlformats.org/presentationml/2006/ole">
            <mc:AlternateContent xmlns:mc="http://schemas.openxmlformats.org/markup-compatibility/2006">
              <mc:Choice xmlns:v="urn:schemas-microsoft-com:vml" Requires="v">
                <p:oleObj name="公式" r:id="rId2" imgW="114120" imgH="215640" progId="Equation.3">
                  <p:embed/>
                </p:oleObj>
              </mc:Choice>
              <mc:Fallback>
                <p:oleObj name="公式" r:id="rId2" imgW="114120" imgH="215640" progId="Equation.3">
                  <p:embed/>
                  <p:pic>
                    <p:nvPicPr>
                      <p:cNvPr id="40989" name="Object 29">
                        <a:extLst>
                          <a:ext uri="{FF2B5EF4-FFF2-40B4-BE49-F238E27FC236}">
                            <a16:creationId xmlns:a16="http://schemas.microsoft.com/office/drawing/2014/main" id="{0A524681-8D3A-4BA3-A19D-11CAAEA218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9313" y="1881188"/>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DE846C2-C3E0-405F-85AF-CEB147E81964}"/>
                  </a:ext>
                </a:extLst>
              </p:cNvPr>
              <p:cNvSpPr txBox="1"/>
              <p:nvPr/>
            </p:nvSpPr>
            <p:spPr>
              <a:xfrm>
                <a:off x="-22482" y="1700808"/>
                <a:ext cx="9148595" cy="3653501"/>
              </a:xfrm>
              <a:prstGeom prst="rect">
                <a:avLst/>
              </a:prstGeom>
              <a:noFill/>
            </p:spPr>
            <p:txBody>
              <a:bodyPr wrap="none" lIns="0" tIns="0" rIns="0" bIns="0" rtlCol="0">
                <a:spAutoFit/>
              </a:bodyPr>
              <a:lstStyle/>
              <a:p>
                <a:pPr>
                  <a:lnSpc>
                    <a:spcPct val="125000"/>
                  </a:lnSpc>
                </a:pPr>
                <a14:m>
                  <m:oMathPara xmlns:m="http://schemas.openxmlformats.org/officeDocument/2006/math">
                    <m:oMathParaPr>
                      <m:jc m:val="left"/>
                    </m:oMathParaPr>
                    <m:oMath xmlns:m="http://schemas.openxmlformats.org/officeDocument/2006/math">
                      <m:r>
                        <a:rPr lang="zh-CN" altLang="en-US" sz="2800" b="0" i="1" smtClean="0">
                          <a:latin typeface="Cambria Math" panose="02040503050406030204" pitchFamily="18" charset="0"/>
                        </a:rPr>
                        <m:t>𝜋</m:t>
                      </m:r>
                      <m:d>
                        <m:dPr>
                          <m:ctrlPr>
                            <a:rPr lang="en-US" altLang="zh-CN" sz="2800" b="0" i="1" smtClean="0">
                              <a:latin typeface="Cambria Math" panose="02040503050406030204" pitchFamily="18" charset="0"/>
                            </a:rPr>
                          </m:ctrlPr>
                        </m:dPr>
                        <m:e>
                          <m:r>
                            <a:rPr lang="zh-CN" altLang="en-US" sz="2800" b="0" i="1" smtClean="0">
                              <a:latin typeface="Cambria Math" panose="02040503050406030204" pitchFamily="18" charset="0"/>
                            </a:rPr>
                            <m:t>𝜃</m:t>
                          </m:r>
                        </m:e>
                        <m:e>
                          <m:r>
                            <a:rPr lang="en-US" altLang="zh-CN" sz="2800" b="0" i="1" smtClean="0">
                              <a:latin typeface="Cambria Math" panose="02040503050406030204" pitchFamily="18" charset="0"/>
                            </a:rPr>
                            <m:t>𝑥</m:t>
                          </m:r>
                        </m:e>
                      </m:d>
                      <m:r>
                        <a:rPr lang="en-US" altLang="zh-CN" sz="2800" b="0" i="1" smtClean="0">
                          <a:latin typeface="Cambria Math" panose="02040503050406030204" pitchFamily="18" charset="0"/>
                        </a:rPr>
                        <m:t>=</m:t>
                      </m:r>
                      <m:f>
                        <m:fPr>
                          <m:ctrlPr>
                            <a:rPr lang="en-US" altLang="zh-CN" sz="2800" b="0" i="1" smtClean="0">
                              <a:latin typeface="Cambria Math" panose="02040503050406030204" pitchFamily="18" charset="0"/>
                            </a:rPr>
                          </m:ctrlPr>
                        </m:fPr>
                        <m:num>
                          <m:r>
                            <a:rPr lang="en-US" altLang="zh-CN" sz="2800" b="0" i="1" smtClean="0">
                              <a:latin typeface="Cambria Math" panose="02040503050406030204" pitchFamily="18" charset="0"/>
                            </a:rPr>
                            <m:t>𝑝</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𝑥</m:t>
                              </m:r>
                            </m:e>
                            <m:e>
                              <m:r>
                                <a:rPr lang="zh-CN" altLang="en-US" sz="2800" b="0" i="1" smtClean="0">
                                  <a:latin typeface="Cambria Math" panose="02040503050406030204" pitchFamily="18" charset="0"/>
                                </a:rPr>
                                <m:t>𝜃</m:t>
                              </m:r>
                            </m:e>
                          </m:d>
                          <m:r>
                            <a:rPr lang="en-US" altLang="zh-CN" sz="2800" b="0" i="1" smtClean="0">
                              <a:latin typeface="Cambria Math" panose="02040503050406030204" pitchFamily="18" charset="0"/>
                              <a:ea typeface="Cambria Math" panose="02040503050406030204" pitchFamily="18" charset="0"/>
                            </a:rPr>
                            <m:t>∙</m:t>
                          </m:r>
                          <m:r>
                            <a:rPr lang="zh-CN" altLang="en-US" sz="2800" b="0" i="1" smtClean="0">
                              <a:latin typeface="Cambria Math" panose="02040503050406030204" pitchFamily="18" charset="0"/>
                              <a:ea typeface="Cambria Math" panose="02040503050406030204" pitchFamily="18" charset="0"/>
                            </a:rPr>
                            <m:t>𝜋</m:t>
                          </m:r>
                          <m:d>
                            <m:dPr>
                              <m:ctrlPr>
                                <a:rPr lang="en-US" altLang="zh-CN" sz="2800" b="0" i="1" smtClean="0">
                                  <a:latin typeface="Cambria Math" panose="02040503050406030204" pitchFamily="18" charset="0"/>
                                  <a:ea typeface="Cambria Math" panose="02040503050406030204" pitchFamily="18" charset="0"/>
                                </a:rPr>
                              </m:ctrlPr>
                            </m:dPr>
                            <m:e>
                              <m:r>
                                <a:rPr lang="zh-CN" altLang="en-US" sz="2800" b="0" i="1" smtClean="0">
                                  <a:latin typeface="Cambria Math" panose="02040503050406030204" pitchFamily="18" charset="0"/>
                                  <a:ea typeface="Cambria Math" panose="02040503050406030204" pitchFamily="18" charset="0"/>
                                </a:rPr>
                                <m:t>𝜃</m:t>
                              </m:r>
                            </m:e>
                          </m:d>
                        </m:num>
                        <m:den>
                          <m:r>
                            <a:rPr lang="en-US" altLang="zh-CN" sz="2800" b="0" i="1" smtClean="0">
                              <a:latin typeface="Cambria Math" panose="02040503050406030204" pitchFamily="18" charset="0"/>
                            </a:rPr>
                            <m:t>𝑚</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𝑥</m:t>
                              </m:r>
                            </m:e>
                          </m:d>
                        </m:den>
                      </m:f>
                    </m:oMath>
                  </m:oMathPara>
                </a14:m>
                <a:endParaRPr lang="en-US" altLang="zh-CN" sz="2800" b="0" i="1" dirty="0">
                  <a:latin typeface="Cambria Math" panose="02040503050406030204" pitchFamily="18" charset="0"/>
                </a:endParaRPr>
              </a:p>
              <a:p>
                <a:pPr>
                  <a:lnSpc>
                    <a:spcPct val="125000"/>
                  </a:lnSpc>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m:t>
                      </m:r>
                      <m:f>
                        <m:fPr>
                          <m:ctrlPr>
                            <a:rPr lang="en-US" altLang="zh-CN" sz="2800" b="0" i="1" smtClean="0">
                              <a:latin typeface="Cambria Math" panose="02040503050406030204" pitchFamily="18" charset="0"/>
                            </a:rPr>
                          </m:ctrlPr>
                        </m:fPr>
                        <m:num>
                          <m:f>
                            <m:fPr>
                              <m:ctrlPr>
                                <a:rPr lang="en-US" altLang="zh-CN" sz="2800" b="0" i="1" smtClean="0">
                                  <a:latin typeface="Cambria Math" panose="02040503050406030204" pitchFamily="18" charset="0"/>
                                </a:rPr>
                              </m:ctrlPr>
                            </m:fPr>
                            <m:num>
                              <m:r>
                                <a:rPr lang="en-US" altLang="zh-CN" sz="2800" b="0" i="1" smtClean="0">
                                  <a:latin typeface="Cambria Math" panose="02040503050406030204" pitchFamily="18" charset="0"/>
                                </a:rPr>
                                <m:t>1</m:t>
                              </m:r>
                            </m:num>
                            <m:den>
                              <m:rad>
                                <m:radPr>
                                  <m:degHide m:val="on"/>
                                  <m:ctrlPr>
                                    <a:rPr lang="en-US" altLang="zh-CN" sz="2800" b="0" i="1" smtClean="0">
                                      <a:latin typeface="Cambria Math" panose="02040503050406030204" pitchFamily="18" charset="0"/>
                                    </a:rPr>
                                  </m:ctrlPr>
                                </m:radPr>
                                <m:deg/>
                                <m:e>
                                  <m:r>
                                    <a:rPr lang="en-US" altLang="zh-CN" sz="2800" b="0" i="1" smtClean="0">
                                      <a:latin typeface="Cambria Math" panose="02040503050406030204" pitchFamily="18" charset="0"/>
                                    </a:rPr>
                                    <m:t>2</m:t>
                                  </m:r>
                                  <m:r>
                                    <a:rPr lang="zh-CN" altLang="en-US" sz="2800" b="0" i="1" smtClean="0">
                                      <a:latin typeface="Cambria Math" panose="02040503050406030204" pitchFamily="18" charset="0"/>
                                    </a:rPr>
                                    <m:t>𝜋</m:t>
                                  </m:r>
                                </m:e>
                              </m:rad>
                              <m:sSub>
                                <m:sSubPr>
                                  <m:ctrlPr>
                                    <a:rPr lang="en-US" altLang="zh-CN" sz="2800" b="0" i="1" smtClean="0">
                                      <a:latin typeface="Cambria Math" panose="02040503050406030204" pitchFamily="18" charset="0"/>
                                    </a:rPr>
                                  </m:ctrlPr>
                                </m:sSubPr>
                                <m:e>
                                  <m:r>
                                    <a:rPr lang="zh-CN" altLang="en-US" sz="2800" b="0" i="1" smtClean="0">
                                      <a:latin typeface="Cambria Math" panose="02040503050406030204" pitchFamily="18" charset="0"/>
                                    </a:rPr>
                                    <m:t>𝜎</m:t>
                                  </m:r>
                                </m:e>
                                <m:sub>
                                  <m:r>
                                    <a:rPr lang="en-US" altLang="zh-CN" sz="2800" b="0" i="1" smtClean="0">
                                      <a:latin typeface="Cambria Math" panose="02040503050406030204" pitchFamily="18" charset="0"/>
                                    </a:rPr>
                                    <m:t>1</m:t>
                                  </m:r>
                                </m:sub>
                              </m:sSub>
                            </m:den>
                          </m:f>
                          <m:r>
                            <a:rPr lang="en-US" altLang="zh-CN" sz="2800" b="0" i="1" smtClean="0">
                              <a:latin typeface="Cambria Math" panose="02040503050406030204" pitchFamily="18" charset="0"/>
                              <a:ea typeface="Cambria Math" panose="02040503050406030204" pitchFamily="18" charset="0"/>
                            </a:rPr>
                            <m:t>∙</m:t>
                          </m:r>
                          <m:f>
                            <m:fPr>
                              <m:ctrlPr>
                                <a:rPr lang="en-US" altLang="zh-CN" sz="2800" b="0" i="1" smtClean="0">
                                  <a:latin typeface="Cambria Math" panose="02040503050406030204" pitchFamily="18" charset="0"/>
                                  <a:ea typeface="Cambria Math" panose="02040503050406030204" pitchFamily="18" charset="0"/>
                                </a:rPr>
                              </m:ctrlPr>
                            </m:fPr>
                            <m:num>
                              <m:r>
                                <a:rPr lang="en-US" altLang="zh-CN" sz="2800" b="0" i="1" smtClean="0">
                                  <a:latin typeface="Cambria Math" panose="02040503050406030204" pitchFamily="18" charset="0"/>
                                  <a:ea typeface="Cambria Math" panose="02040503050406030204" pitchFamily="18" charset="0"/>
                                </a:rPr>
                                <m:t>1</m:t>
                              </m:r>
                            </m:num>
                            <m:den>
                              <m:rad>
                                <m:radPr>
                                  <m:degHide m:val="on"/>
                                  <m:ctrlPr>
                                    <a:rPr lang="en-US" altLang="zh-CN" sz="2800" b="0" i="1" smtClean="0">
                                      <a:latin typeface="Cambria Math" panose="02040503050406030204" pitchFamily="18" charset="0"/>
                                      <a:ea typeface="Cambria Math" panose="02040503050406030204" pitchFamily="18" charset="0"/>
                                    </a:rPr>
                                  </m:ctrlPr>
                                </m:radPr>
                                <m:deg/>
                                <m:e>
                                  <m:r>
                                    <a:rPr lang="en-US" altLang="zh-CN" sz="2800" b="0" i="1" smtClean="0">
                                      <a:latin typeface="Cambria Math" panose="02040503050406030204" pitchFamily="18" charset="0"/>
                                      <a:ea typeface="Cambria Math" panose="02040503050406030204" pitchFamily="18" charset="0"/>
                                    </a:rPr>
                                    <m:t>2</m:t>
                                  </m:r>
                                  <m:r>
                                    <a:rPr lang="zh-CN" altLang="en-US" sz="2800" b="0" i="1" smtClean="0">
                                      <a:latin typeface="Cambria Math" panose="02040503050406030204" pitchFamily="18" charset="0"/>
                                      <a:ea typeface="Cambria Math" panose="02040503050406030204" pitchFamily="18" charset="0"/>
                                    </a:rPr>
                                    <m:t>𝜋</m:t>
                                  </m:r>
                                </m:e>
                              </m:rad>
                              <m:sSub>
                                <m:sSubPr>
                                  <m:ctrlPr>
                                    <a:rPr lang="en-US" altLang="zh-CN" sz="2800" b="0" i="1" smtClean="0">
                                      <a:latin typeface="Cambria Math" panose="02040503050406030204" pitchFamily="18" charset="0"/>
                                      <a:ea typeface="Cambria Math" panose="02040503050406030204" pitchFamily="18" charset="0"/>
                                    </a:rPr>
                                  </m:ctrlPr>
                                </m:sSubPr>
                                <m:e>
                                  <m:r>
                                    <a:rPr lang="zh-CN" altLang="en-US" sz="2800" b="0" i="1" smtClean="0">
                                      <a:latin typeface="Cambria Math" panose="02040503050406030204" pitchFamily="18" charset="0"/>
                                      <a:ea typeface="Cambria Math" panose="02040503050406030204" pitchFamily="18" charset="0"/>
                                    </a:rPr>
                                    <m:t>𝜎</m:t>
                                  </m:r>
                                </m:e>
                                <m:sub>
                                  <m:r>
                                    <a:rPr lang="en-US" altLang="zh-CN" sz="2800" b="0" i="1" smtClean="0">
                                      <a:latin typeface="Cambria Math" panose="02040503050406030204" pitchFamily="18" charset="0"/>
                                      <a:ea typeface="Cambria Math" panose="02040503050406030204" pitchFamily="18" charset="0"/>
                                    </a:rPr>
                                    <m:t>0</m:t>
                                  </m:r>
                                </m:sub>
                              </m:sSub>
                            </m:den>
                          </m:f>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𝑒𝑥𝑝</m:t>
                          </m:r>
                          <m:d>
                            <m:dPr>
                              <m:begChr m:val="{"/>
                              <m:endChr m:val="}"/>
                              <m:ctrlPr>
                                <a:rPr lang="en-US" altLang="zh-CN" sz="2800" b="0" i="1" smtClean="0">
                                  <a:latin typeface="Cambria Math" panose="02040503050406030204" pitchFamily="18" charset="0"/>
                                  <a:ea typeface="Cambria Math" panose="02040503050406030204" pitchFamily="18" charset="0"/>
                                </a:rPr>
                              </m:ctrlPr>
                            </m:dPr>
                            <m:e>
                              <m:r>
                                <a:rPr lang="en-US" altLang="zh-CN" sz="2800" b="0" i="1" smtClean="0">
                                  <a:latin typeface="Cambria Math" panose="02040503050406030204" pitchFamily="18" charset="0"/>
                                  <a:ea typeface="Cambria Math" panose="02040503050406030204" pitchFamily="18" charset="0"/>
                                </a:rPr>
                                <m:t>−</m:t>
                              </m:r>
                              <m:f>
                                <m:fPr>
                                  <m:ctrlPr>
                                    <a:rPr lang="en-US" altLang="zh-CN" sz="2800" b="0" i="1" smtClean="0">
                                      <a:latin typeface="Cambria Math" panose="02040503050406030204" pitchFamily="18" charset="0"/>
                                      <a:ea typeface="Cambria Math" panose="02040503050406030204" pitchFamily="18" charset="0"/>
                                    </a:rPr>
                                  </m:ctrlPr>
                                </m:fPr>
                                <m:num>
                                  <m:r>
                                    <a:rPr lang="en-US" altLang="zh-CN" sz="2800" b="0" i="1" smtClean="0">
                                      <a:latin typeface="Cambria Math" panose="02040503050406030204" pitchFamily="18" charset="0"/>
                                      <a:ea typeface="Cambria Math" panose="02040503050406030204" pitchFamily="18" charset="0"/>
                                    </a:rPr>
                                    <m:t>1</m:t>
                                  </m:r>
                                </m:num>
                                <m:den>
                                  <m:r>
                                    <a:rPr lang="en-US" altLang="zh-CN" sz="2800" b="0" i="1" smtClean="0">
                                      <a:latin typeface="Cambria Math" panose="02040503050406030204" pitchFamily="18" charset="0"/>
                                      <a:ea typeface="Cambria Math" panose="02040503050406030204" pitchFamily="18" charset="0"/>
                                    </a:rPr>
                                    <m:t>2</m:t>
                                  </m:r>
                                  <m:sSubSup>
                                    <m:sSubSupPr>
                                      <m:ctrlPr>
                                        <a:rPr lang="en-US" altLang="zh-CN" sz="2800" b="0" i="1" smtClean="0">
                                          <a:latin typeface="Cambria Math" panose="02040503050406030204" pitchFamily="18" charset="0"/>
                                          <a:ea typeface="Cambria Math" panose="02040503050406030204" pitchFamily="18" charset="0"/>
                                        </a:rPr>
                                      </m:ctrlPr>
                                    </m:sSubSupPr>
                                    <m:e>
                                      <m:r>
                                        <a:rPr lang="zh-CN" altLang="en-US" sz="2800" b="0" i="1" smtClean="0">
                                          <a:latin typeface="Cambria Math" panose="02040503050406030204" pitchFamily="18" charset="0"/>
                                          <a:ea typeface="Cambria Math" panose="02040503050406030204" pitchFamily="18" charset="0"/>
                                        </a:rPr>
                                        <m:t>𝜎</m:t>
                                      </m:r>
                                    </m:e>
                                    <m:sub>
                                      <m:r>
                                        <a:rPr lang="en-US" altLang="zh-CN" sz="2800" b="0" i="1" smtClean="0">
                                          <a:latin typeface="Cambria Math" panose="02040503050406030204" pitchFamily="18" charset="0"/>
                                          <a:ea typeface="Cambria Math" panose="02040503050406030204" pitchFamily="18" charset="0"/>
                                        </a:rPr>
                                        <m:t>1</m:t>
                                      </m:r>
                                    </m:sub>
                                    <m:sup>
                                      <m:r>
                                        <a:rPr lang="en-US" altLang="zh-CN" sz="2800" b="0" i="1" smtClean="0">
                                          <a:latin typeface="Cambria Math" panose="02040503050406030204" pitchFamily="18" charset="0"/>
                                          <a:ea typeface="Cambria Math" panose="02040503050406030204" pitchFamily="18" charset="0"/>
                                        </a:rPr>
                                        <m:t>2</m:t>
                                      </m:r>
                                    </m:sup>
                                  </m:sSubSup>
                                </m:den>
                              </m:f>
                              <m:nary>
                                <m:naryPr>
                                  <m:chr m:val="∑"/>
                                  <m:ctrlPr>
                                    <a:rPr lang="en-US" altLang="zh-CN" sz="2800" b="0" i="1" smtClean="0">
                                      <a:latin typeface="Cambria Math" panose="02040503050406030204" pitchFamily="18" charset="0"/>
                                      <a:ea typeface="Cambria Math" panose="02040503050406030204" pitchFamily="18" charset="0"/>
                                    </a:rPr>
                                  </m:ctrlPr>
                                </m:naryPr>
                                <m:sub>
                                  <m:r>
                                    <m:rPr>
                                      <m:brk m:alnAt="23"/>
                                    </m:rPr>
                                    <a:rPr lang="en-US" altLang="zh-CN" sz="2800" b="0" i="1" smtClean="0">
                                      <a:latin typeface="Cambria Math" panose="02040503050406030204" pitchFamily="18" charset="0"/>
                                      <a:ea typeface="Cambria Math" panose="02040503050406030204" pitchFamily="18" charset="0"/>
                                    </a:rPr>
                                    <m:t>𝑖</m:t>
                                  </m:r>
                                  <m:r>
                                    <a:rPr lang="en-US" altLang="zh-CN" sz="2800" b="0" i="1" smtClean="0">
                                      <a:latin typeface="Cambria Math" panose="02040503050406030204" pitchFamily="18" charset="0"/>
                                      <a:ea typeface="Cambria Math" panose="02040503050406030204" pitchFamily="18" charset="0"/>
                                    </a:rPr>
                                    <m:t>=1</m:t>
                                  </m:r>
                                </m:sub>
                                <m:sup>
                                  <m:r>
                                    <a:rPr lang="en-US" altLang="zh-CN" sz="2800" b="0" i="1" smtClean="0">
                                      <a:latin typeface="Cambria Math" panose="02040503050406030204" pitchFamily="18" charset="0"/>
                                      <a:ea typeface="Cambria Math" panose="02040503050406030204" pitchFamily="18" charset="0"/>
                                    </a:rPr>
                                    <m:t>𝑛</m:t>
                                  </m:r>
                                </m:sup>
                                <m:e>
                                  <m:sSup>
                                    <m:sSupPr>
                                      <m:ctrlPr>
                                        <a:rPr lang="en-US" altLang="zh-CN" sz="2800" b="0" i="1" smtClean="0">
                                          <a:latin typeface="Cambria Math" panose="02040503050406030204" pitchFamily="18" charset="0"/>
                                          <a:ea typeface="Cambria Math" panose="02040503050406030204" pitchFamily="18" charset="0"/>
                                        </a:rPr>
                                      </m:ctrlPr>
                                    </m:sSupPr>
                                    <m:e>
                                      <m:d>
                                        <m:dPr>
                                          <m:ctrlPr>
                                            <a:rPr lang="en-US" altLang="zh-CN" sz="2800" b="0" i="1" smtClean="0">
                                              <a:latin typeface="Cambria Math" panose="02040503050406030204" pitchFamily="18" charset="0"/>
                                              <a:ea typeface="Cambria Math" panose="02040503050406030204" pitchFamily="18" charset="0"/>
                                            </a:rPr>
                                          </m:ctrlPr>
                                        </m:dPr>
                                        <m:e>
                                          <m:sSub>
                                            <m:sSubPr>
                                              <m:ctrlPr>
                                                <a:rPr lang="en-US" altLang="zh-CN" sz="2800" b="0" i="1" smtClean="0">
                                                  <a:latin typeface="Cambria Math" panose="02040503050406030204" pitchFamily="18" charset="0"/>
                                                  <a:ea typeface="Cambria Math" panose="02040503050406030204" pitchFamily="18" charset="0"/>
                                                </a:rPr>
                                              </m:ctrlPr>
                                            </m:sSubPr>
                                            <m:e>
                                              <m:r>
                                                <a:rPr lang="en-US" altLang="zh-CN" sz="2800" b="0" i="1" smtClean="0">
                                                  <a:latin typeface="Cambria Math" panose="02040503050406030204" pitchFamily="18" charset="0"/>
                                                  <a:ea typeface="Cambria Math" panose="02040503050406030204" pitchFamily="18" charset="0"/>
                                                </a:rPr>
                                                <m:t>𝑥</m:t>
                                              </m:r>
                                            </m:e>
                                            <m:sub>
                                              <m:r>
                                                <a:rPr lang="en-US" altLang="zh-CN" sz="2800" b="0" i="1" smtClean="0">
                                                  <a:latin typeface="Cambria Math" panose="02040503050406030204" pitchFamily="18" charset="0"/>
                                                  <a:ea typeface="Cambria Math" panose="02040503050406030204" pitchFamily="18" charset="0"/>
                                                </a:rPr>
                                                <m:t>𝑖</m:t>
                                              </m:r>
                                            </m:sub>
                                          </m:sSub>
                                          <m:r>
                                            <a:rPr lang="en-US" altLang="zh-CN" sz="2800" b="0" i="1" smtClean="0">
                                              <a:latin typeface="Cambria Math" panose="02040503050406030204" pitchFamily="18" charset="0"/>
                                              <a:ea typeface="Cambria Math" panose="02040503050406030204" pitchFamily="18" charset="0"/>
                                            </a:rPr>
                                            <m:t>−</m:t>
                                          </m:r>
                                          <m:r>
                                            <a:rPr lang="zh-CN" altLang="en-US" sz="2800" b="0" i="1" smtClean="0">
                                              <a:latin typeface="Cambria Math" panose="02040503050406030204" pitchFamily="18" charset="0"/>
                                              <a:ea typeface="Cambria Math" panose="02040503050406030204" pitchFamily="18" charset="0"/>
                                            </a:rPr>
                                            <m:t>𝜃</m:t>
                                          </m:r>
                                        </m:e>
                                      </m:d>
                                    </m:e>
                                    <m:sup>
                                      <m:r>
                                        <a:rPr lang="en-US" altLang="zh-CN" sz="2800" b="0" i="1" smtClean="0">
                                          <a:latin typeface="Cambria Math" panose="02040503050406030204" pitchFamily="18" charset="0"/>
                                          <a:ea typeface="Cambria Math" panose="02040503050406030204" pitchFamily="18" charset="0"/>
                                        </a:rPr>
                                        <m:t>2</m:t>
                                      </m:r>
                                    </m:sup>
                                  </m:sSup>
                                </m:e>
                              </m:nary>
                              <m:r>
                                <a:rPr lang="en-US" altLang="zh-CN" sz="2800" b="0" i="1" smtClean="0">
                                  <a:latin typeface="Cambria Math" panose="02040503050406030204" pitchFamily="18" charset="0"/>
                                  <a:ea typeface="Cambria Math" panose="02040503050406030204" pitchFamily="18" charset="0"/>
                                </a:rPr>
                                <m:t>−</m:t>
                              </m:r>
                              <m:f>
                                <m:fPr>
                                  <m:ctrlPr>
                                    <a:rPr lang="en-US" altLang="zh-CN" sz="2800" b="0" i="1" smtClean="0">
                                      <a:latin typeface="Cambria Math" panose="02040503050406030204" pitchFamily="18" charset="0"/>
                                      <a:ea typeface="Cambria Math" panose="02040503050406030204" pitchFamily="18" charset="0"/>
                                    </a:rPr>
                                  </m:ctrlPr>
                                </m:fPr>
                                <m:num>
                                  <m:sSup>
                                    <m:sSupPr>
                                      <m:ctrlPr>
                                        <a:rPr lang="en-US" altLang="zh-CN" sz="2800" b="0" i="1" smtClean="0">
                                          <a:latin typeface="Cambria Math" panose="02040503050406030204" pitchFamily="18" charset="0"/>
                                          <a:ea typeface="Cambria Math" panose="02040503050406030204" pitchFamily="18" charset="0"/>
                                        </a:rPr>
                                      </m:ctrlPr>
                                    </m:sSupPr>
                                    <m:e>
                                      <m:d>
                                        <m:dPr>
                                          <m:ctrlPr>
                                            <a:rPr lang="en-US" altLang="zh-CN" sz="2800" b="0" i="1" smtClean="0">
                                              <a:latin typeface="Cambria Math" panose="02040503050406030204" pitchFamily="18" charset="0"/>
                                              <a:ea typeface="Cambria Math" panose="02040503050406030204" pitchFamily="18" charset="0"/>
                                            </a:rPr>
                                          </m:ctrlPr>
                                        </m:dPr>
                                        <m:e>
                                          <m:r>
                                            <a:rPr lang="zh-CN" altLang="en-US" sz="2800" b="0" i="1" smtClean="0">
                                              <a:latin typeface="Cambria Math" panose="02040503050406030204" pitchFamily="18" charset="0"/>
                                              <a:ea typeface="Cambria Math" panose="02040503050406030204" pitchFamily="18" charset="0"/>
                                            </a:rPr>
                                            <m:t>𝜃</m:t>
                                          </m:r>
                                          <m:r>
                                            <a:rPr lang="en-US" altLang="zh-CN" sz="2800" b="0" i="1" smtClean="0">
                                              <a:latin typeface="Cambria Math" panose="02040503050406030204" pitchFamily="18" charset="0"/>
                                              <a:ea typeface="Cambria Math" panose="02040503050406030204" pitchFamily="18" charset="0"/>
                                            </a:rPr>
                                            <m:t>−</m:t>
                                          </m:r>
                                          <m:sSub>
                                            <m:sSubPr>
                                              <m:ctrlPr>
                                                <a:rPr lang="en-US" altLang="zh-CN" sz="2800" b="0" i="1" smtClean="0">
                                                  <a:latin typeface="Cambria Math" panose="02040503050406030204" pitchFamily="18" charset="0"/>
                                                  <a:ea typeface="Cambria Math" panose="02040503050406030204" pitchFamily="18" charset="0"/>
                                                </a:rPr>
                                              </m:ctrlPr>
                                            </m:sSubPr>
                                            <m:e>
                                              <m:r>
                                                <a:rPr lang="zh-CN" altLang="en-US" sz="2800" b="0" i="1" smtClean="0">
                                                  <a:latin typeface="Cambria Math" panose="02040503050406030204" pitchFamily="18" charset="0"/>
                                                  <a:ea typeface="Cambria Math" panose="02040503050406030204" pitchFamily="18" charset="0"/>
                                                </a:rPr>
                                                <m:t>𝜇</m:t>
                                              </m:r>
                                            </m:e>
                                            <m:sub>
                                              <m:r>
                                                <a:rPr lang="en-US" altLang="zh-CN" sz="2800" b="0" i="1" smtClean="0">
                                                  <a:latin typeface="Cambria Math" panose="02040503050406030204" pitchFamily="18" charset="0"/>
                                                  <a:ea typeface="Cambria Math" panose="02040503050406030204" pitchFamily="18" charset="0"/>
                                                </a:rPr>
                                                <m:t>0</m:t>
                                              </m:r>
                                            </m:sub>
                                          </m:sSub>
                                        </m:e>
                                      </m:d>
                                    </m:e>
                                    <m:sup>
                                      <m:r>
                                        <a:rPr lang="en-US" altLang="zh-CN" sz="2800" b="0" i="1" smtClean="0">
                                          <a:latin typeface="Cambria Math" panose="02040503050406030204" pitchFamily="18" charset="0"/>
                                          <a:ea typeface="Cambria Math" panose="02040503050406030204" pitchFamily="18" charset="0"/>
                                        </a:rPr>
                                        <m:t>2</m:t>
                                      </m:r>
                                    </m:sup>
                                  </m:sSup>
                                </m:num>
                                <m:den>
                                  <m:r>
                                    <a:rPr lang="en-US" altLang="zh-CN" sz="2800" b="0" i="1" smtClean="0">
                                      <a:latin typeface="Cambria Math" panose="02040503050406030204" pitchFamily="18" charset="0"/>
                                      <a:ea typeface="Cambria Math" panose="02040503050406030204" pitchFamily="18" charset="0"/>
                                    </a:rPr>
                                    <m:t>2</m:t>
                                  </m:r>
                                  <m:sSubSup>
                                    <m:sSubSupPr>
                                      <m:ctrlPr>
                                        <a:rPr lang="en-US" altLang="zh-CN" sz="2800" b="0" i="1" smtClean="0">
                                          <a:latin typeface="Cambria Math" panose="02040503050406030204" pitchFamily="18" charset="0"/>
                                          <a:ea typeface="Cambria Math" panose="02040503050406030204" pitchFamily="18" charset="0"/>
                                        </a:rPr>
                                      </m:ctrlPr>
                                    </m:sSubSupPr>
                                    <m:e>
                                      <m:r>
                                        <a:rPr lang="zh-CN" altLang="en-US" sz="2800" b="0" i="1" smtClean="0">
                                          <a:latin typeface="Cambria Math" panose="02040503050406030204" pitchFamily="18" charset="0"/>
                                          <a:ea typeface="Cambria Math" panose="02040503050406030204" pitchFamily="18" charset="0"/>
                                        </a:rPr>
                                        <m:t>𝜎</m:t>
                                      </m:r>
                                    </m:e>
                                    <m:sub>
                                      <m:r>
                                        <a:rPr lang="en-US" altLang="zh-CN" sz="2800" b="0" i="1" smtClean="0">
                                          <a:latin typeface="Cambria Math" panose="02040503050406030204" pitchFamily="18" charset="0"/>
                                          <a:ea typeface="Cambria Math" panose="02040503050406030204" pitchFamily="18" charset="0"/>
                                        </a:rPr>
                                        <m:t>0</m:t>
                                      </m:r>
                                    </m:sub>
                                    <m:sup>
                                      <m:r>
                                        <a:rPr lang="en-US" altLang="zh-CN" sz="2800" b="0" i="1" smtClean="0">
                                          <a:latin typeface="Cambria Math" panose="02040503050406030204" pitchFamily="18" charset="0"/>
                                          <a:ea typeface="Cambria Math" panose="02040503050406030204" pitchFamily="18" charset="0"/>
                                        </a:rPr>
                                        <m:t>2</m:t>
                                      </m:r>
                                    </m:sup>
                                  </m:sSubSup>
                                </m:den>
                              </m:f>
                            </m:e>
                          </m:d>
                        </m:num>
                        <m:den>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𝑘</m:t>
                              </m:r>
                            </m:e>
                            <m:sub>
                              <m:r>
                                <a:rPr lang="en-US" altLang="zh-CN" sz="2800" b="0" i="1" smtClean="0">
                                  <a:latin typeface="Cambria Math" panose="02040503050406030204" pitchFamily="18" charset="0"/>
                                </a:rPr>
                                <m:t>1</m:t>
                              </m:r>
                            </m:sub>
                          </m:sSub>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𝑒𝑥𝑝</m:t>
                          </m:r>
                          <m:d>
                            <m:dPr>
                              <m:begChr m:val="{"/>
                              <m:endChr m:val="}"/>
                              <m:ctrlPr>
                                <a:rPr lang="en-US" altLang="zh-CN" sz="2800" b="0" i="1" smtClean="0">
                                  <a:latin typeface="Cambria Math" panose="02040503050406030204" pitchFamily="18" charset="0"/>
                                  <a:ea typeface="Cambria Math" panose="02040503050406030204" pitchFamily="18" charset="0"/>
                                </a:rPr>
                              </m:ctrlPr>
                            </m:dPr>
                            <m:e>
                              <m:r>
                                <a:rPr lang="en-US" altLang="zh-CN" sz="2800" b="0" i="1" smtClean="0">
                                  <a:latin typeface="Cambria Math" panose="02040503050406030204" pitchFamily="18" charset="0"/>
                                  <a:ea typeface="Cambria Math" panose="02040503050406030204" pitchFamily="18" charset="0"/>
                                </a:rPr>
                                <m:t>−</m:t>
                              </m:r>
                              <m:f>
                                <m:fPr>
                                  <m:ctrlPr>
                                    <a:rPr lang="en-US" altLang="zh-CN" sz="2800" b="0" i="1" smtClean="0">
                                      <a:latin typeface="Cambria Math" panose="02040503050406030204" pitchFamily="18" charset="0"/>
                                      <a:ea typeface="Cambria Math" panose="02040503050406030204" pitchFamily="18" charset="0"/>
                                    </a:rPr>
                                  </m:ctrlPr>
                                </m:fPr>
                                <m:num>
                                  <m:r>
                                    <a:rPr lang="en-US" altLang="zh-CN" sz="2800" b="0" i="1" smtClean="0">
                                      <a:latin typeface="Cambria Math" panose="02040503050406030204" pitchFamily="18" charset="0"/>
                                      <a:ea typeface="Cambria Math" panose="02040503050406030204" pitchFamily="18" charset="0"/>
                                    </a:rPr>
                                    <m:t>1</m:t>
                                  </m:r>
                                </m:num>
                                <m:den>
                                  <m:r>
                                    <a:rPr lang="en-US" altLang="zh-CN" sz="2800" b="0" i="1" smtClean="0">
                                      <a:latin typeface="Cambria Math" panose="02040503050406030204" pitchFamily="18" charset="0"/>
                                      <a:ea typeface="Cambria Math" panose="02040503050406030204" pitchFamily="18" charset="0"/>
                                    </a:rPr>
                                    <m:t>2</m:t>
                                  </m:r>
                                </m:den>
                              </m:f>
                              <m:d>
                                <m:dPr>
                                  <m:ctrlPr>
                                    <a:rPr lang="en-US" altLang="zh-CN" sz="2800" b="0" i="1" smtClean="0">
                                      <a:latin typeface="Cambria Math" panose="02040503050406030204" pitchFamily="18" charset="0"/>
                                      <a:ea typeface="Cambria Math" panose="02040503050406030204" pitchFamily="18" charset="0"/>
                                    </a:rPr>
                                  </m:ctrlPr>
                                </m:dPr>
                                <m:e>
                                  <m:r>
                                    <a:rPr lang="en-US" altLang="zh-CN" sz="2800" b="0" i="1" smtClean="0">
                                      <a:latin typeface="Cambria Math" panose="02040503050406030204" pitchFamily="18" charset="0"/>
                                      <a:ea typeface="Cambria Math" panose="02040503050406030204" pitchFamily="18" charset="0"/>
                                    </a:rPr>
                                    <m:t>𝐶</m:t>
                                  </m:r>
                                  <m:r>
                                    <a:rPr lang="en-US" altLang="zh-CN" sz="2800" b="0" i="1" smtClean="0">
                                      <a:latin typeface="Cambria Math" panose="02040503050406030204" pitchFamily="18" charset="0"/>
                                      <a:ea typeface="Cambria Math" panose="02040503050406030204" pitchFamily="18" charset="0"/>
                                    </a:rPr>
                                    <m:t>−</m:t>
                                  </m:r>
                                  <m:sSup>
                                    <m:sSupPr>
                                      <m:ctrlPr>
                                        <a:rPr lang="en-US" altLang="zh-CN" sz="2800" b="0" i="1" smtClean="0">
                                          <a:latin typeface="Cambria Math" panose="02040503050406030204" pitchFamily="18" charset="0"/>
                                          <a:ea typeface="Cambria Math" panose="02040503050406030204" pitchFamily="18" charset="0"/>
                                        </a:rPr>
                                      </m:ctrlPr>
                                    </m:sSupPr>
                                    <m:e>
                                      <m:r>
                                        <a:rPr lang="en-US" altLang="zh-CN" sz="2800" b="0" i="1" smtClean="0">
                                          <a:latin typeface="Cambria Math" panose="02040503050406030204" pitchFamily="18" charset="0"/>
                                          <a:ea typeface="Cambria Math" panose="02040503050406030204" pitchFamily="18" charset="0"/>
                                        </a:rPr>
                                        <m:t>𝐵</m:t>
                                      </m:r>
                                    </m:e>
                                    <m:sup>
                                      <m:r>
                                        <a:rPr lang="en-US" altLang="zh-CN" sz="2800" b="0" i="1" smtClean="0">
                                          <a:latin typeface="Cambria Math" panose="02040503050406030204" pitchFamily="18" charset="0"/>
                                          <a:ea typeface="Cambria Math" panose="02040503050406030204" pitchFamily="18" charset="0"/>
                                        </a:rPr>
                                        <m:t>2</m:t>
                                      </m:r>
                                    </m:sup>
                                  </m:sSup>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𝐴</m:t>
                                  </m:r>
                                </m:e>
                              </m:d>
                            </m:e>
                          </m:d>
                          <m:r>
                            <a:rPr lang="en-US" altLang="zh-CN" sz="2800" b="0" i="1" smtClean="0">
                              <a:latin typeface="Cambria Math" panose="02040503050406030204" pitchFamily="18" charset="0"/>
                              <a:ea typeface="Cambria Math" panose="02040503050406030204" pitchFamily="18" charset="0"/>
                            </a:rPr>
                            <m:t>∙</m:t>
                          </m:r>
                          <m:sSup>
                            <m:sSupPr>
                              <m:ctrlPr>
                                <a:rPr lang="en-US" altLang="zh-CN" sz="2800" b="0" i="1" smtClean="0">
                                  <a:latin typeface="Cambria Math" panose="02040503050406030204" pitchFamily="18" charset="0"/>
                                  <a:ea typeface="Cambria Math" panose="02040503050406030204" pitchFamily="18" charset="0"/>
                                </a:rPr>
                              </m:ctrlPr>
                            </m:sSupPr>
                            <m:e>
                              <m:d>
                                <m:dPr>
                                  <m:ctrlPr>
                                    <a:rPr lang="en-US" altLang="zh-CN" sz="2800" b="0" i="1" smtClean="0">
                                      <a:latin typeface="Cambria Math" panose="02040503050406030204" pitchFamily="18" charset="0"/>
                                      <a:ea typeface="Cambria Math" panose="02040503050406030204" pitchFamily="18" charset="0"/>
                                    </a:rPr>
                                  </m:ctrlPr>
                                </m:dPr>
                                <m:e>
                                  <m:f>
                                    <m:fPr>
                                      <m:ctrlPr>
                                        <a:rPr lang="en-US" altLang="zh-CN" sz="2800" b="0" i="1" smtClean="0">
                                          <a:latin typeface="Cambria Math" panose="02040503050406030204" pitchFamily="18" charset="0"/>
                                          <a:ea typeface="Cambria Math" panose="02040503050406030204" pitchFamily="18" charset="0"/>
                                        </a:rPr>
                                      </m:ctrlPr>
                                    </m:fPr>
                                    <m:num>
                                      <m:r>
                                        <a:rPr lang="en-US" altLang="zh-CN" sz="2800" b="0" i="1" smtClean="0">
                                          <a:latin typeface="Cambria Math" panose="02040503050406030204" pitchFamily="18" charset="0"/>
                                          <a:ea typeface="Cambria Math" panose="02040503050406030204" pitchFamily="18" charset="0"/>
                                        </a:rPr>
                                        <m:t>2</m:t>
                                      </m:r>
                                      <m:r>
                                        <a:rPr lang="zh-CN" altLang="en-US" sz="2800" b="0" i="1" smtClean="0">
                                          <a:latin typeface="Cambria Math" panose="02040503050406030204" pitchFamily="18" charset="0"/>
                                          <a:ea typeface="Cambria Math" panose="02040503050406030204" pitchFamily="18" charset="0"/>
                                        </a:rPr>
                                        <m:t>𝜋</m:t>
                                      </m:r>
                                    </m:num>
                                    <m:den>
                                      <m:r>
                                        <a:rPr lang="en-US" altLang="zh-CN" sz="2800" b="0" i="1" smtClean="0">
                                          <a:latin typeface="Cambria Math" panose="02040503050406030204" pitchFamily="18" charset="0"/>
                                          <a:ea typeface="Cambria Math" panose="02040503050406030204" pitchFamily="18" charset="0"/>
                                        </a:rPr>
                                        <m:t>𝐴</m:t>
                                      </m:r>
                                    </m:den>
                                  </m:f>
                                </m:e>
                              </m:d>
                            </m:e>
                            <m:sup>
                              <m:f>
                                <m:fPr>
                                  <m:ctrlPr>
                                    <a:rPr lang="en-US" altLang="zh-CN" sz="2800" b="0" i="1" smtClean="0">
                                      <a:latin typeface="Cambria Math" panose="02040503050406030204" pitchFamily="18" charset="0"/>
                                      <a:ea typeface="Cambria Math" panose="02040503050406030204" pitchFamily="18" charset="0"/>
                                    </a:rPr>
                                  </m:ctrlPr>
                                </m:fPr>
                                <m:num>
                                  <m:r>
                                    <a:rPr lang="en-US" altLang="zh-CN" sz="2800" b="0" i="1" smtClean="0">
                                      <a:latin typeface="Cambria Math" panose="02040503050406030204" pitchFamily="18" charset="0"/>
                                      <a:ea typeface="Cambria Math" panose="02040503050406030204" pitchFamily="18" charset="0"/>
                                    </a:rPr>
                                    <m:t>1</m:t>
                                  </m:r>
                                </m:num>
                                <m:den>
                                  <m:r>
                                    <a:rPr lang="en-US" altLang="zh-CN" sz="2800" b="0" i="1" smtClean="0">
                                      <a:latin typeface="Cambria Math" panose="02040503050406030204" pitchFamily="18" charset="0"/>
                                      <a:ea typeface="Cambria Math" panose="02040503050406030204" pitchFamily="18" charset="0"/>
                                    </a:rPr>
                                    <m:t>2</m:t>
                                  </m:r>
                                </m:den>
                              </m:f>
                            </m:sup>
                          </m:sSup>
                        </m:den>
                      </m:f>
                    </m:oMath>
                  </m:oMathPara>
                </a14:m>
                <a:endParaRPr lang="en-US" altLang="zh-CN" sz="3200" b="0" dirty="0"/>
              </a:p>
            </p:txBody>
          </p:sp>
        </mc:Choice>
        <mc:Fallback xmlns="">
          <p:sp>
            <p:nvSpPr>
              <p:cNvPr id="2" name="文本框 1">
                <a:extLst>
                  <a:ext uri="{FF2B5EF4-FFF2-40B4-BE49-F238E27FC236}">
                    <a16:creationId xmlns:a16="http://schemas.microsoft.com/office/drawing/2014/main" id="{4DE846C2-C3E0-405F-85AF-CEB147E81964}"/>
                  </a:ext>
                </a:extLst>
              </p:cNvPr>
              <p:cNvSpPr txBox="1">
                <a:spLocks noRot="1" noChangeAspect="1" noMove="1" noResize="1" noEditPoints="1" noAdjustHandles="1" noChangeArrowheads="1" noChangeShapeType="1" noTextEdit="1"/>
              </p:cNvSpPr>
              <p:nvPr/>
            </p:nvSpPr>
            <p:spPr>
              <a:xfrm>
                <a:off x="-22482" y="1700808"/>
                <a:ext cx="9148595" cy="3653501"/>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474532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 Box 2">
            <a:extLst>
              <a:ext uri="{FF2B5EF4-FFF2-40B4-BE49-F238E27FC236}">
                <a16:creationId xmlns:a16="http://schemas.microsoft.com/office/drawing/2014/main" id="{3F15D862-FF1E-4A16-BD28-741DDF321846}"/>
              </a:ext>
            </a:extLst>
          </p:cNvPr>
          <p:cNvSpPr txBox="1">
            <a:spLocks noChangeArrowheads="1"/>
          </p:cNvSpPr>
          <p:nvPr/>
        </p:nvSpPr>
        <p:spPr bwMode="auto">
          <a:xfrm>
            <a:off x="0" y="908050"/>
            <a:ext cx="8137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dirty="0">
                <a:latin typeface="Times New Roman" panose="02020603050405020304" pitchFamily="18" charset="0"/>
              </a:rPr>
              <a:t>(4)  </a:t>
            </a:r>
            <a:r>
              <a:rPr lang="zh-CN" altLang="en-US" sz="2800" b="1" dirty="0">
                <a:latin typeface="Times New Roman" panose="02020603050405020304" pitchFamily="18" charset="0"/>
              </a:rPr>
              <a:t>样本 </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均值的后验分布仍为正态分布：</a:t>
            </a:r>
          </a:p>
        </p:txBody>
      </p:sp>
      <p:sp>
        <p:nvSpPr>
          <p:cNvPr id="121859" name="Text Box 3">
            <a:extLst>
              <a:ext uri="{FF2B5EF4-FFF2-40B4-BE49-F238E27FC236}">
                <a16:creationId xmlns:a16="http://schemas.microsoft.com/office/drawing/2014/main" id="{EB64D2B9-EE68-45C9-99CD-24D2C3F63336}"/>
              </a:ext>
            </a:extLst>
          </p:cNvPr>
          <p:cNvSpPr txBox="1">
            <a:spLocks noChangeArrowheads="1"/>
          </p:cNvSpPr>
          <p:nvPr/>
        </p:nvSpPr>
        <p:spPr bwMode="auto">
          <a:xfrm>
            <a:off x="1187450" y="2997200"/>
            <a:ext cx="12557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t>其中：</a:t>
            </a:r>
          </a:p>
        </p:txBody>
      </p:sp>
      <p:sp>
        <p:nvSpPr>
          <p:cNvPr id="121860" name="Text Box 4">
            <a:extLst>
              <a:ext uri="{FF2B5EF4-FFF2-40B4-BE49-F238E27FC236}">
                <a16:creationId xmlns:a16="http://schemas.microsoft.com/office/drawing/2014/main" id="{438F7337-27D6-435B-B1BA-3C7CA34718E9}"/>
              </a:ext>
            </a:extLst>
          </p:cNvPr>
          <p:cNvSpPr txBox="1">
            <a:spLocks noChangeArrowheads="1"/>
          </p:cNvSpPr>
          <p:nvPr/>
        </p:nvSpPr>
        <p:spPr bwMode="auto">
          <a:xfrm>
            <a:off x="4211638" y="2997200"/>
            <a:ext cx="2663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t>（样本均值）</a:t>
            </a:r>
          </a:p>
        </p:txBody>
      </p:sp>
      <p:graphicFrame>
        <p:nvGraphicFramePr>
          <p:cNvPr id="121862" name="Object 6">
            <a:extLst>
              <a:ext uri="{FF2B5EF4-FFF2-40B4-BE49-F238E27FC236}">
                <a16:creationId xmlns:a16="http://schemas.microsoft.com/office/drawing/2014/main" id="{3DF262A3-C5B9-42EC-8B71-DCF1E9D4F288}"/>
              </a:ext>
            </a:extLst>
          </p:cNvPr>
          <p:cNvGraphicFramePr>
            <a:graphicFrameLocks noChangeAspect="1"/>
          </p:cNvGraphicFramePr>
          <p:nvPr/>
        </p:nvGraphicFramePr>
        <p:xfrm>
          <a:off x="684213" y="1557338"/>
          <a:ext cx="7165975" cy="1250950"/>
        </p:xfrm>
        <a:graphic>
          <a:graphicData uri="http://schemas.openxmlformats.org/presentationml/2006/ole">
            <mc:AlternateContent xmlns:mc="http://schemas.openxmlformats.org/markup-compatibility/2006">
              <mc:Choice xmlns:v="urn:schemas-microsoft-com:vml" Requires="v">
                <p:oleObj name="公式" r:id="rId2" imgW="3263760" imgH="571320" progId="Equation.3">
                  <p:embed/>
                </p:oleObj>
              </mc:Choice>
              <mc:Fallback>
                <p:oleObj name="公式" r:id="rId2" imgW="3263760" imgH="571320" progId="Equation.3">
                  <p:embed/>
                  <p:pic>
                    <p:nvPicPr>
                      <p:cNvPr id="0" name="Object 6"/>
                      <p:cNvPicPr>
                        <a:picLocks noChangeAspect="1" noChangeArrowheads="1"/>
                      </p:cNvPicPr>
                      <p:nvPr/>
                    </p:nvPicPr>
                    <p:blipFill>
                      <a:blip r:embed="rId3">
                        <a:lum bright="100000"/>
                        <a:extLst>
                          <a:ext uri="{28A0092B-C50C-407E-A947-70E740481C1C}">
                            <a14:useLocalDpi xmlns:a14="http://schemas.microsoft.com/office/drawing/2010/main" val="0"/>
                          </a:ext>
                        </a:extLst>
                      </a:blip>
                      <a:srcRect/>
                      <a:stretch>
                        <a:fillRect/>
                      </a:stretch>
                    </p:blipFill>
                    <p:spPr bwMode="auto">
                      <a:xfrm>
                        <a:off x="684213" y="1557338"/>
                        <a:ext cx="7165975" cy="125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1863" name="Object 7">
            <a:extLst>
              <a:ext uri="{FF2B5EF4-FFF2-40B4-BE49-F238E27FC236}">
                <a16:creationId xmlns:a16="http://schemas.microsoft.com/office/drawing/2014/main" id="{69E957DE-5AAF-4907-8B75-CB3E3E0C8F8E}"/>
              </a:ext>
            </a:extLst>
          </p:cNvPr>
          <p:cNvGraphicFramePr>
            <a:graphicFrameLocks noChangeAspect="1"/>
          </p:cNvGraphicFramePr>
          <p:nvPr/>
        </p:nvGraphicFramePr>
        <p:xfrm>
          <a:off x="2325688" y="2852738"/>
          <a:ext cx="1614487" cy="889000"/>
        </p:xfrm>
        <a:graphic>
          <a:graphicData uri="http://schemas.openxmlformats.org/presentationml/2006/ole">
            <mc:AlternateContent xmlns:mc="http://schemas.openxmlformats.org/markup-compatibility/2006">
              <mc:Choice xmlns:v="urn:schemas-microsoft-com:vml" Requires="v">
                <p:oleObj name="公式" r:id="rId4" imgW="660240" imgH="431640" progId="Equation.3">
                  <p:embed/>
                </p:oleObj>
              </mc:Choice>
              <mc:Fallback>
                <p:oleObj name="公式" r:id="rId4" imgW="660240" imgH="431640" progId="Equation.3">
                  <p:embed/>
                  <p:pic>
                    <p:nvPicPr>
                      <p:cNvPr id="0" name="Object 7"/>
                      <p:cNvPicPr>
                        <a:picLocks noChangeAspect="1" noChangeArrowheads="1"/>
                      </p:cNvPicPr>
                      <p:nvPr/>
                    </p:nvPicPr>
                    <p:blipFill>
                      <a:blip r:embed="rId5">
                        <a:lum bright="100000"/>
                        <a:extLst>
                          <a:ext uri="{28A0092B-C50C-407E-A947-70E740481C1C}">
                            <a14:useLocalDpi xmlns:a14="http://schemas.microsoft.com/office/drawing/2010/main" val="0"/>
                          </a:ext>
                        </a:extLst>
                      </a:blip>
                      <a:srcRect/>
                      <a:stretch>
                        <a:fillRect/>
                      </a:stretch>
                    </p:blipFill>
                    <p:spPr bwMode="auto">
                      <a:xfrm>
                        <a:off x="2325688" y="2852738"/>
                        <a:ext cx="1614487" cy="88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1864" name="Object 8">
            <a:extLst>
              <a:ext uri="{FF2B5EF4-FFF2-40B4-BE49-F238E27FC236}">
                <a16:creationId xmlns:a16="http://schemas.microsoft.com/office/drawing/2014/main" id="{03647A1F-0E40-4F79-8FA2-733D03AA1C6A}"/>
              </a:ext>
            </a:extLst>
          </p:cNvPr>
          <p:cNvGraphicFramePr>
            <a:graphicFrameLocks noChangeAspect="1"/>
          </p:cNvGraphicFramePr>
          <p:nvPr/>
        </p:nvGraphicFramePr>
        <p:xfrm>
          <a:off x="2266950" y="3932238"/>
          <a:ext cx="4352925" cy="1865312"/>
        </p:xfrm>
        <a:graphic>
          <a:graphicData uri="http://schemas.openxmlformats.org/presentationml/2006/ole">
            <mc:AlternateContent xmlns:mc="http://schemas.openxmlformats.org/markup-compatibility/2006">
              <mc:Choice xmlns:v="urn:schemas-microsoft-com:vml" Requires="v">
                <p:oleObj name="公式" r:id="rId6" imgW="2133360" imgH="914400" progId="Equation.3">
                  <p:embed/>
                </p:oleObj>
              </mc:Choice>
              <mc:Fallback>
                <p:oleObj name="公式" r:id="rId6" imgW="2133360" imgH="914400" progId="Equation.3">
                  <p:embed/>
                  <p:pic>
                    <p:nvPicPr>
                      <p:cNvPr id="0" name="Object 8"/>
                      <p:cNvPicPr>
                        <a:picLocks noChangeAspect="1" noChangeArrowheads="1"/>
                      </p:cNvPicPr>
                      <p:nvPr/>
                    </p:nvPicPr>
                    <p:blipFill>
                      <a:blip r:embed="rId7">
                        <a:lum bright="100000"/>
                        <a:extLst>
                          <a:ext uri="{28A0092B-C50C-407E-A947-70E740481C1C}">
                            <a14:useLocalDpi xmlns:a14="http://schemas.microsoft.com/office/drawing/2010/main" val="0"/>
                          </a:ext>
                        </a:extLst>
                      </a:blip>
                      <a:srcRect/>
                      <a:stretch>
                        <a:fillRect/>
                      </a:stretch>
                    </p:blipFill>
                    <p:spPr bwMode="auto">
                      <a:xfrm>
                        <a:off x="2266950" y="3932238"/>
                        <a:ext cx="4352925" cy="186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1865" name="Object 9">
            <a:extLst>
              <a:ext uri="{FF2B5EF4-FFF2-40B4-BE49-F238E27FC236}">
                <a16:creationId xmlns:a16="http://schemas.microsoft.com/office/drawing/2014/main" id="{50E9AB80-EAC2-45A9-ADEF-494A18F34A99}"/>
              </a:ext>
            </a:extLst>
          </p:cNvPr>
          <p:cNvGraphicFramePr>
            <a:graphicFrameLocks noChangeAspect="1"/>
          </p:cNvGraphicFramePr>
          <p:nvPr/>
        </p:nvGraphicFramePr>
        <p:xfrm>
          <a:off x="4659313" y="1881188"/>
          <a:ext cx="114300" cy="215900"/>
        </p:xfrm>
        <a:graphic>
          <a:graphicData uri="http://schemas.openxmlformats.org/presentationml/2006/ole">
            <mc:AlternateContent xmlns:mc="http://schemas.openxmlformats.org/markup-compatibility/2006">
              <mc:Choice xmlns:v="urn:schemas-microsoft-com:vml" Requires="v">
                <p:oleObj name="公式" r:id="rId8" imgW="114120" imgH="215640" progId="Equation.3">
                  <p:embed/>
                </p:oleObj>
              </mc:Choice>
              <mc:Fallback>
                <p:oleObj name="公式" r:id="rId8" imgW="114120" imgH="215640"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59313" y="1881188"/>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90" name="Text Box 6">
            <a:extLst>
              <a:ext uri="{FF2B5EF4-FFF2-40B4-BE49-F238E27FC236}">
                <a16:creationId xmlns:a16="http://schemas.microsoft.com/office/drawing/2014/main" id="{974DC3AE-FF42-452F-A46D-892E9EB60A05}"/>
              </a:ext>
            </a:extLst>
          </p:cNvPr>
          <p:cNvSpPr txBox="1">
            <a:spLocks noChangeArrowheads="1"/>
          </p:cNvSpPr>
          <p:nvPr/>
        </p:nvSpPr>
        <p:spPr bwMode="auto">
          <a:xfrm>
            <a:off x="250825" y="2465388"/>
            <a:ext cx="8642350" cy="3744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altLang="zh-CN" sz="2400" b="1">
                <a:latin typeface="Times New Roman" panose="02020603050405020304" pitchFamily="18" charset="0"/>
              </a:rPr>
              <a:t>         </a:t>
            </a:r>
            <a:r>
              <a:rPr lang="zh-CN" altLang="en-US" sz="2400" b="1">
                <a:latin typeface="Times New Roman" panose="02020603050405020304" pitchFamily="18" charset="0"/>
              </a:rPr>
              <a:t>以上可见：得到</a:t>
            </a:r>
            <a:r>
              <a:rPr lang="zh-CN" altLang="en-US" sz="2400" b="1" i="1">
                <a:latin typeface="Times New Roman" panose="02020603050405020304" pitchFamily="18" charset="0"/>
                <a:sym typeface="Symbol" panose="05050102010706020507" pitchFamily="18" charset="2"/>
              </a:rPr>
              <a:t> </a:t>
            </a:r>
            <a:r>
              <a:rPr lang="zh-CN" altLang="en-US" sz="2400" b="1">
                <a:latin typeface="Times New Roman" panose="02020603050405020304" pitchFamily="18" charset="0"/>
                <a:sym typeface="Symbol" panose="05050102010706020507" pitchFamily="18" charset="2"/>
              </a:rPr>
              <a:t>的估计值    是先验分布中的期望</a:t>
            </a:r>
            <a:r>
              <a:rPr lang="zh-CN" altLang="en-US" sz="2400" b="1" i="1">
                <a:latin typeface="Times New Roman" panose="02020603050405020304" pitchFamily="18" charset="0"/>
                <a:sym typeface="Symbol" panose="05050102010706020507" pitchFamily="18" charset="2"/>
              </a:rPr>
              <a:t></a:t>
            </a:r>
            <a:r>
              <a:rPr lang="en-US" altLang="zh-CN" sz="2400" b="1" baseline="-25000">
                <a:latin typeface="Times New Roman" panose="02020603050405020304" pitchFamily="18" charset="0"/>
                <a:sym typeface="Symbol" panose="05050102010706020507" pitchFamily="18" charset="2"/>
              </a:rPr>
              <a:t>0  </a:t>
            </a:r>
            <a:r>
              <a:rPr lang="zh-CN" altLang="en-US" sz="2400" b="1">
                <a:latin typeface="Times New Roman" panose="02020603050405020304" pitchFamily="18" charset="0"/>
                <a:sym typeface="Symbol" panose="05050102010706020507" pitchFamily="18" charset="2"/>
              </a:rPr>
              <a:t>和样本均值     的加权平均。</a:t>
            </a:r>
          </a:p>
          <a:p>
            <a:pPr>
              <a:lnSpc>
                <a:spcPct val="150000"/>
              </a:lnSpc>
              <a:buFont typeface="Symbol" panose="05050102010706020507" pitchFamily="18" charset="2"/>
              <a:buNone/>
            </a:pPr>
            <a:r>
              <a:rPr lang="zh-CN" altLang="en-US" sz="2400" b="1">
                <a:latin typeface="Times New Roman" panose="02020603050405020304" pitchFamily="18" charset="0"/>
                <a:sym typeface="Symbol" panose="05050102010706020507" pitchFamily="18" charset="2"/>
              </a:rPr>
              <a:t>            是由先验分布的方差</a:t>
            </a:r>
            <a:r>
              <a:rPr lang="zh-CN" altLang="en-US" sz="2400" b="1" i="1">
                <a:latin typeface="Times New Roman" panose="02020603050405020304" pitchFamily="18" charset="0"/>
                <a:sym typeface="Symbol" panose="05050102010706020507" pitchFamily="18" charset="2"/>
              </a:rPr>
              <a:t></a:t>
            </a:r>
            <a:r>
              <a:rPr lang="en-US" altLang="zh-CN" sz="2400" b="1" baseline="-25000">
                <a:latin typeface="Times New Roman" panose="02020603050405020304" pitchFamily="18" charset="0"/>
                <a:sym typeface="Symbol" panose="05050102010706020507" pitchFamily="18" charset="2"/>
              </a:rPr>
              <a:t>0</a:t>
            </a:r>
            <a:r>
              <a:rPr lang="en-US" altLang="zh-CN" sz="2400" b="1" baseline="30000">
                <a:latin typeface="Times New Roman" panose="02020603050405020304" pitchFamily="18" charset="0"/>
                <a:sym typeface="Symbol" panose="05050102010706020507" pitchFamily="18" charset="2"/>
              </a:rPr>
              <a:t>2</a:t>
            </a:r>
            <a:r>
              <a:rPr lang="zh-CN" altLang="en-US" sz="2400" b="1">
                <a:latin typeface="Times New Roman" panose="02020603050405020304" pitchFamily="18" charset="0"/>
                <a:sym typeface="Symbol" panose="05050102010706020507" pitchFamily="18" charset="2"/>
              </a:rPr>
              <a:t>的倒数        对先验分布期望进行加权，样本</a:t>
            </a:r>
            <a:r>
              <a:rPr lang="zh-CN" altLang="en-US" sz="2400" b="1">
                <a:latin typeface="Times New Roman" panose="02020603050405020304" pitchFamily="18" charset="0"/>
              </a:rPr>
              <a:t>分布的方差</a:t>
            </a:r>
            <a:r>
              <a:rPr lang="zh-CN" altLang="en-US" sz="2400" b="1" i="1">
                <a:latin typeface="Times New Roman" panose="02020603050405020304" pitchFamily="18" charset="0"/>
                <a:sym typeface="Symbol" panose="05050102010706020507" pitchFamily="18" charset="2"/>
              </a:rPr>
              <a:t></a:t>
            </a:r>
            <a:r>
              <a:rPr lang="en-US" altLang="zh-CN" sz="2400" b="1" baseline="-25000">
                <a:latin typeface="Times New Roman" panose="02020603050405020304" pitchFamily="18" charset="0"/>
                <a:sym typeface="Symbol" panose="05050102010706020507" pitchFamily="18" charset="2"/>
              </a:rPr>
              <a:t>1</a:t>
            </a:r>
            <a:r>
              <a:rPr lang="en-US" altLang="zh-CN" sz="2400" b="1" baseline="30000">
                <a:latin typeface="Times New Roman" panose="02020603050405020304" pitchFamily="18" charset="0"/>
                <a:sym typeface="Symbol" panose="05050102010706020507" pitchFamily="18" charset="2"/>
              </a:rPr>
              <a:t>2</a:t>
            </a:r>
            <a:r>
              <a:rPr lang="zh-CN" altLang="en-US" sz="2400" b="1">
                <a:latin typeface="Times New Roman" panose="02020603050405020304" pitchFamily="18" charset="0"/>
              </a:rPr>
              <a:t>的</a:t>
            </a:r>
            <a:r>
              <a:rPr lang="zh-CN" altLang="en-US" sz="2400" b="1" i="1">
                <a:latin typeface="Times New Roman" panose="02020603050405020304" pitchFamily="18" charset="0"/>
              </a:rPr>
              <a:t> </a:t>
            </a:r>
            <a:r>
              <a:rPr lang="en-US" altLang="zh-CN" sz="2400" b="1" i="1">
                <a:latin typeface="Times New Roman" panose="02020603050405020304" pitchFamily="18" charset="0"/>
              </a:rPr>
              <a:t>n </a:t>
            </a:r>
            <a:r>
              <a:rPr lang="zh-CN" altLang="en-US" sz="2400" b="1">
                <a:latin typeface="Times New Roman" panose="02020603050405020304" pitchFamily="18" charset="0"/>
              </a:rPr>
              <a:t>倍倒数       对样本均值     进行加权后形成的。当</a:t>
            </a:r>
            <a:r>
              <a:rPr lang="en-US" altLang="zh-CN" sz="2400" b="1" i="1">
                <a:latin typeface="Times New Roman" panose="02020603050405020304" pitchFamily="18" charset="0"/>
              </a:rPr>
              <a:t>n</a:t>
            </a:r>
            <a:r>
              <a:rPr lang="zh-CN" altLang="en-US" sz="2400" b="1">
                <a:latin typeface="Times New Roman" panose="02020603050405020304" pitchFamily="18" charset="0"/>
              </a:rPr>
              <a:t>越大时，则     在后验中的作用越大，而先验分布 </a:t>
            </a:r>
            <a:r>
              <a:rPr lang="zh-CN" altLang="en-US" sz="2400" b="1" i="1">
                <a:latin typeface="Times New Roman" panose="02020603050405020304" pitchFamily="18" charset="0"/>
                <a:sym typeface="Symbol" panose="05050102010706020507" pitchFamily="18" charset="2"/>
              </a:rPr>
              <a:t></a:t>
            </a:r>
            <a:r>
              <a:rPr lang="en-US" altLang="zh-CN" sz="2400" b="1" baseline="-25000">
                <a:latin typeface="Times New Roman" panose="02020603050405020304" pitchFamily="18" charset="0"/>
                <a:sym typeface="Symbol" panose="05050102010706020507" pitchFamily="18" charset="2"/>
              </a:rPr>
              <a:t>0 </a:t>
            </a:r>
            <a:r>
              <a:rPr lang="zh-CN" altLang="en-US" sz="2400" b="1">
                <a:latin typeface="Times New Roman" panose="02020603050405020304" pitchFamily="18" charset="0"/>
                <a:sym typeface="Symbol" panose="05050102010706020507" pitchFamily="18" charset="2"/>
              </a:rPr>
              <a:t>的</a:t>
            </a:r>
            <a:r>
              <a:rPr lang="zh-CN" altLang="en-US" sz="2400" b="1">
                <a:latin typeface="Times New Roman" panose="02020603050405020304" pitchFamily="18" charset="0"/>
              </a:rPr>
              <a:t>影响越小。</a:t>
            </a:r>
          </a:p>
          <a:p>
            <a:pPr>
              <a:lnSpc>
                <a:spcPct val="150000"/>
              </a:lnSpc>
            </a:pPr>
            <a:endParaRPr lang="en-US" altLang="zh-CN" sz="2400" b="1">
              <a:latin typeface="Times New Roman" panose="02020603050405020304" pitchFamily="18" charset="0"/>
              <a:sym typeface="Symbol" panose="05050102010706020507" pitchFamily="18" charset="2"/>
            </a:endParaRPr>
          </a:p>
        </p:txBody>
      </p:sp>
      <p:graphicFrame>
        <p:nvGraphicFramePr>
          <p:cNvPr id="41996" name="Object 12">
            <a:extLst>
              <a:ext uri="{FF2B5EF4-FFF2-40B4-BE49-F238E27FC236}">
                <a16:creationId xmlns:a16="http://schemas.microsoft.com/office/drawing/2014/main" id="{6FCFA85B-3B7F-4D6B-A52F-23FA215AB07F}"/>
              </a:ext>
            </a:extLst>
          </p:cNvPr>
          <p:cNvGraphicFramePr>
            <a:graphicFrameLocks noChangeAspect="1"/>
          </p:cNvGraphicFramePr>
          <p:nvPr/>
        </p:nvGraphicFramePr>
        <p:xfrm>
          <a:off x="4643438" y="2349500"/>
          <a:ext cx="293687" cy="644525"/>
        </p:xfrm>
        <a:graphic>
          <a:graphicData uri="http://schemas.openxmlformats.org/presentationml/2006/ole">
            <mc:AlternateContent xmlns:mc="http://schemas.openxmlformats.org/markup-compatibility/2006">
              <mc:Choice xmlns:v="urn:schemas-microsoft-com:vml" Requires="v">
                <p:oleObj name="Equation" r:id="rId2" imgW="126720" imgH="279360" progId="Equation.DSMT4">
                  <p:embed/>
                </p:oleObj>
              </mc:Choice>
              <mc:Fallback>
                <p:oleObj name="Equation" r:id="rId2" imgW="126720" imgH="279360" progId="Equation.DSMT4">
                  <p:embed/>
                  <p:pic>
                    <p:nvPicPr>
                      <p:cNvPr id="0"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3438" y="2349500"/>
                        <a:ext cx="293687"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998" name="Text Box 14">
            <a:extLst>
              <a:ext uri="{FF2B5EF4-FFF2-40B4-BE49-F238E27FC236}">
                <a16:creationId xmlns:a16="http://schemas.microsoft.com/office/drawing/2014/main" id="{D501E8EB-211A-444F-990B-3B5AD01F5FF4}"/>
              </a:ext>
            </a:extLst>
          </p:cNvPr>
          <p:cNvSpPr txBox="1">
            <a:spLocks noChangeArrowheads="1"/>
          </p:cNvSpPr>
          <p:nvPr/>
        </p:nvSpPr>
        <p:spPr bwMode="auto">
          <a:xfrm>
            <a:off x="179388" y="361950"/>
            <a:ext cx="8056562" cy="115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5000"/>
              </a:lnSpc>
            </a:pPr>
            <a:r>
              <a:rPr lang="en-US" altLang="zh-CN" sz="2800" b="1">
                <a:latin typeface="Times New Roman" panose="02020603050405020304" pitchFamily="18" charset="0"/>
              </a:rPr>
              <a:t>(4)</a:t>
            </a:r>
            <a:r>
              <a:rPr lang="en-US" altLang="zh-CN" sz="2800" b="1">
                <a:latin typeface="宋体" panose="02010600030101010101" pitchFamily="2" charset="-122"/>
              </a:rPr>
              <a:t> </a:t>
            </a:r>
            <a:r>
              <a:rPr lang="zh-CN" altLang="en-US" sz="2800" b="1">
                <a:latin typeface="宋体" panose="02010600030101010101" pitchFamily="2" charset="-122"/>
              </a:rPr>
              <a:t>用后验分布        的数学期望</a:t>
            </a:r>
            <a:r>
              <a:rPr lang="en-US" altLang="zh-CN" sz="2800" b="1" i="1">
                <a:latin typeface="Times New Roman" panose="02020603050405020304" pitchFamily="18" charset="0"/>
              </a:rPr>
              <a:t>a</a:t>
            </a:r>
            <a:r>
              <a:rPr lang="en-US" altLang="zh-CN" sz="2800" b="1" baseline="-25000">
                <a:latin typeface="Times New Roman" panose="02020603050405020304" pitchFamily="18" charset="0"/>
              </a:rPr>
              <a:t>1</a:t>
            </a:r>
            <a:r>
              <a:rPr lang="zh-CN" altLang="en-US" sz="2800" b="1">
                <a:latin typeface="宋体" panose="02010600030101010101" pitchFamily="2" charset="-122"/>
              </a:rPr>
              <a:t>作为参数</a:t>
            </a:r>
            <a:r>
              <a:rPr lang="zh-CN" altLang="en-US" sz="2800" b="1" i="1">
                <a:latin typeface="宋体" panose="02010600030101010101" pitchFamily="2" charset="-122"/>
                <a:sym typeface="Symbol" panose="05050102010706020507" pitchFamily="18" charset="2"/>
              </a:rPr>
              <a:t></a:t>
            </a:r>
            <a:r>
              <a:rPr lang="zh-CN" altLang="en-US" sz="2800" b="1">
                <a:latin typeface="宋体" panose="02010600030101010101" pitchFamily="2" charset="-122"/>
              </a:rPr>
              <a:t></a:t>
            </a:r>
          </a:p>
          <a:p>
            <a:pPr>
              <a:lnSpc>
                <a:spcPct val="125000"/>
              </a:lnSpc>
            </a:pPr>
            <a:r>
              <a:rPr lang="zh-CN" altLang="en-US" sz="2800" b="1">
                <a:latin typeface="宋体" panose="02010600030101010101" pitchFamily="2" charset="-122"/>
              </a:rPr>
              <a:t>的估计值，得到：</a:t>
            </a:r>
          </a:p>
        </p:txBody>
      </p:sp>
      <p:graphicFrame>
        <p:nvGraphicFramePr>
          <p:cNvPr id="42006" name="Object 22">
            <a:extLst>
              <a:ext uri="{FF2B5EF4-FFF2-40B4-BE49-F238E27FC236}">
                <a16:creationId xmlns:a16="http://schemas.microsoft.com/office/drawing/2014/main" id="{5EE3F1F9-7C50-4BC6-AA28-F9BE9BB98215}"/>
              </a:ext>
            </a:extLst>
          </p:cNvPr>
          <p:cNvGraphicFramePr>
            <a:graphicFrameLocks noChangeAspect="1"/>
          </p:cNvGraphicFramePr>
          <p:nvPr/>
        </p:nvGraphicFramePr>
        <p:xfrm>
          <a:off x="971550" y="3429000"/>
          <a:ext cx="263525" cy="577850"/>
        </p:xfrm>
        <a:graphic>
          <a:graphicData uri="http://schemas.openxmlformats.org/presentationml/2006/ole">
            <mc:AlternateContent xmlns:mc="http://schemas.openxmlformats.org/markup-compatibility/2006">
              <mc:Choice xmlns:v="urn:schemas-microsoft-com:vml" Requires="v">
                <p:oleObj name="Equation" r:id="rId4" imgW="126720" imgH="279360" progId="Equation.DSMT4">
                  <p:embed/>
                </p:oleObj>
              </mc:Choice>
              <mc:Fallback>
                <p:oleObj name="Equation" r:id="rId4" imgW="126720" imgH="279360" progId="Equation.DSMT4">
                  <p:embed/>
                  <p:pic>
                    <p:nvPicPr>
                      <p:cNvPr id="0" name="Object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550" y="3429000"/>
                        <a:ext cx="263525"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023" name="Object 39">
            <a:extLst>
              <a:ext uri="{FF2B5EF4-FFF2-40B4-BE49-F238E27FC236}">
                <a16:creationId xmlns:a16="http://schemas.microsoft.com/office/drawing/2014/main" id="{7497C07E-2D8A-4F05-9109-9CCD318F3B3F}"/>
              </a:ext>
            </a:extLst>
          </p:cNvPr>
          <p:cNvGraphicFramePr>
            <a:graphicFrameLocks noChangeAspect="1"/>
          </p:cNvGraphicFramePr>
          <p:nvPr/>
        </p:nvGraphicFramePr>
        <p:xfrm>
          <a:off x="2843213" y="476250"/>
          <a:ext cx="1223962" cy="474663"/>
        </p:xfrm>
        <a:graphic>
          <a:graphicData uri="http://schemas.openxmlformats.org/presentationml/2006/ole">
            <mc:AlternateContent xmlns:mc="http://schemas.openxmlformats.org/markup-compatibility/2006">
              <mc:Choice xmlns:v="urn:schemas-microsoft-com:vml" Requires="v">
                <p:oleObj name="公式" r:id="rId6" imgW="520560" imgH="203040" progId="Equation.3">
                  <p:embed/>
                </p:oleObj>
              </mc:Choice>
              <mc:Fallback>
                <p:oleObj name="公式" r:id="rId6" imgW="520560" imgH="203040" progId="Equation.3">
                  <p:embed/>
                  <p:pic>
                    <p:nvPicPr>
                      <p:cNvPr id="0" name="Object 39"/>
                      <p:cNvPicPr>
                        <a:picLocks noChangeAspect="1" noChangeArrowheads="1"/>
                      </p:cNvPicPr>
                      <p:nvPr/>
                    </p:nvPicPr>
                    <p:blipFill>
                      <a:blip r:embed="rId7">
                        <a:lum bright="100000"/>
                        <a:extLst>
                          <a:ext uri="{28A0092B-C50C-407E-A947-70E740481C1C}">
                            <a14:useLocalDpi xmlns:a14="http://schemas.microsoft.com/office/drawing/2010/main" val="0"/>
                          </a:ext>
                        </a:extLst>
                      </a:blip>
                      <a:srcRect/>
                      <a:stretch>
                        <a:fillRect/>
                      </a:stretch>
                    </p:blipFill>
                    <p:spPr bwMode="auto">
                      <a:xfrm>
                        <a:off x="2843213" y="476250"/>
                        <a:ext cx="1223962" cy="47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025" name="Object 41">
            <a:extLst>
              <a:ext uri="{FF2B5EF4-FFF2-40B4-BE49-F238E27FC236}">
                <a16:creationId xmlns:a16="http://schemas.microsoft.com/office/drawing/2014/main" id="{C7BA23CE-2DFA-4DAB-9AAB-4D1CBE266863}"/>
              </a:ext>
            </a:extLst>
          </p:cNvPr>
          <p:cNvGraphicFramePr>
            <a:graphicFrameLocks noChangeAspect="1"/>
          </p:cNvGraphicFramePr>
          <p:nvPr/>
        </p:nvGraphicFramePr>
        <p:xfrm>
          <a:off x="2232025" y="1557338"/>
          <a:ext cx="3746500" cy="898525"/>
        </p:xfrm>
        <a:graphic>
          <a:graphicData uri="http://schemas.openxmlformats.org/presentationml/2006/ole">
            <mc:AlternateContent xmlns:mc="http://schemas.openxmlformats.org/markup-compatibility/2006">
              <mc:Choice xmlns:v="urn:schemas-microsoft-com:vml" Requires="v">
                <p:oleObj name="公式" r:id="rId8" imgW="1904760" imgH="457200" progId="Equation.3">
                  <p:embed/>
                </p:oleObj>
              </mc:Choice>
              <mc:Fallback>
                <p:oleObj name="公式" r:id="rId8" imgW="1904760" imgH="457200" progId="Equation.3">
                  <p:embed/>
                  <p:pic>
                    <p:nvPicPr>
                      <p:cNvPr id="0" name="Object 41"/>
                      <p:cNvPicPr>
                        <a:picLocks noChangeAspect="1" noChangeArrowheads="1"/>
                      </p:cNvPicPr>
                      <p:nvPr/>
                    </p:nvPicPr>
                    <p:blipFill>
                      <a:blip r:embed="rId9">
                        <a:lum bright="100000"/>
                        <a:extLst>
                          <a:ext uri="{28A0092B-C50C-407E-A947-70E740481C1C}">
                            <a14:useLocalDpi xmlns:a14="http://schemas.microsoft.com/office/drawing/2010/main" val="0"/>
                          </a:ext>
                        </a:extLst>
                      </a:blip>
                      <a:srcRect/>
                      <a:stretch>
                        <a:fillRect/>
                      </a:stretch>
                    </p:blipFill>
                    <p:spPr bwMode="auto">
                      <a:xfrm>
                        <a:off x="2232025" y="1557338"/>
                        <a:ext cx="3746500" cy="89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028" name="Object 44">
            <a:extLst>
              <a:ext uri="{FF2B5EF4-FFF2-40B4-BE49-F238E27FC236}">
                <a16:creationId xmlns:a16="http://schemas.microsoft.com/office/drawing/2014/main" id="{C5C7FC5B-17DA-4067-8D15-268BD9E28203}"/>
              </a:ext>
            </a:extLst>
          </p:cNvPr>
          <p:cNvGraphicFramePr>
            <a:graphicFrameLocks noChangeAspect="1"/>
          </p:cNvGraphicFramePr>
          <p:nvPr/>
        </p:nvGraphicFramePr>
        <p:xfrm>
          <a:off x="1258888" y="3068638"/>
          <a:ext cx="301625" cy="357187"/>
        </p:xfrm>
        <a:graphic>
          <a:graphicData uri="http://schemas.openxmlformats.org/presentationml/2006/ole">
            <mc:AlternateContent xmlns:mc="http://schemas.openxmlformats.org/markup-compatibility/2006">
              <mc:Choice xmlns:v="urn:schemas-microsoft-com:vml" Requires="v">
                <p:oleObj name="公式" r:id="rId10" imgW="139680" imgH="164880" progId="Equation.3">
                  <p:embed/>
                </p:oleObj>
              </mc:Choice>
              <mc:Fallback>
                <p:oleObj name="公式" r:id="rId10" imgW="139680" imgH="164880" progId="Equation.3">
                  <p:embed/>
                  <p:pic>
                    <p:nvPicPr>
                      <p:cNvPr id="0" name="Object 44"/>
                      <p:cNvPicPr>
                        <a:picLocks noChangeAspect="1" noChangeArrowheads="1"/>
                      </p:cNvPicPr>
                      <p:nvPr/>
                    </p:nvPicPr>
                    <p:blipFill>
                      <a:blip r:embed="rId11">
                        <a:lum bright="100000"/>
                        <a:extLst>
                          <a:ext uri="{28A0092B-C50C-407E-A947-70E740481C1C}">
                            <a14:useLocalDpi xmlns:a14="http://schemas.microsoft.com/office/drawing/2010/main" val="0"/>
                          </a:ext>
                        </a:extLst>
                      </a:blip>
                      <a:srcRect/>
                      <a:stretch>
                        <a:fillRect/>
                      </a:stretch>
                    </p:blipFill>
                    <p:spPr bwMode="auto">
                      <a:xfrm>
                        <a:off x="1258888" y="3068638"/>
                        <a:ext cx="301625" cy="357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031" name="Object 47">
            <a:extLst>
              <a:ext uri="{FF2B5EF4-FFF2-40B4-BE49-F238E27FC236}">
                <a16:creationId xmlns:a16="http://schemas.microsoft.com/office/drawing/2014/main" id="{A0909312-152B-4FEA-86BF-C4123664176B}"/>
              </a:ext>
            </a:extLst>
          </p:cNvPr>
          <p:cNvGraphicFramePr>
            <a:graphicFrameLocks noChangeAspect="1"/>
          </p:cNvGraphicFramePr>
          <p:nvPr/>
        </p:nvGraphicFramePr>
        <p:xfrm>
          <a:off x="5364163" y="3213100"/>
          <a:ext cx="547687" cy="869950"/>
        </p:xfrm>
        <a:graphic>
          <a:graphicData uri="http://schemas.openxmlformats.org/presentationml/2006/ole">
            <mc:AlternateContent xmlns:mc="http://schemas.openxmlformats.org/markup-compatibility/2006">
              <mc:Choice xmlns:v="urn:schemas-microsoft-com:vml" Requires="v">
                <p:oleObj name="公式" r:id="rId12" imgW="279360" imgH="444240" progId="Equation.3">
                  <p:embed/>
                </p:oleObj>
              </mc:Choice>
              <mc:Fallback>
                <p:oleObj name="公式" r:id="rId12" imgW="279360" imgH="444240" progId="Equation.3">
                  <p:embed/>
                  <p:pic>
                    <p:nvPicPr>
                      <p:cNvPr id="0" name="Object 47"/>
                      <p:cNvPicPr>
                        <a:picLocks noChangeAspect="1" noChangeArrowheads="1"/>
                      </p:cNvPicPr>
                      <p:nvPr/>
                    </p:nvPicPr>
                    <p:blipFill>
                      <a:blip r:embed="rId13">
                        <a:lum bright="100000"/>
                        <a:extLst>
                          <a:ext uri="{28A0092B-C50C-407E-A947-70E740481C1C}">
                            <a14:useLocalDpi xmlns:a14="http://schemas.microsoft.com/office/drawing/2010/main" val="0"/>
                          </a:ext>
                        </a:extLst>
                      </a:blip>
                      <a:srcRect/>
                      <a:stretch>
                        <a:fillRect/>
                      </a:stretch>
                    </p:blipFill>
                    <p:spPr bwMode="auto">
                      <a:xfrm>
                        <a:off x="5364163" y="3213100"/>
                        <a:ext cx="547687" cy="86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032" name="Object 48">
            <a:extLst>
              <a:ext uri="{FF2B5EF4-FFF2-40B4-BE49-F238E27FC236}">
                <a16:creationId xmlns:a16="http://schemas.microsoft.com/office/drawing/2014/main" id="{F4282278-2BFC-4160-BBBE-A82549270020}"/>
              </a:ext>
            </a:extLst>
          </p:cNvPr>
          <p:cNvGraphicFramePr>
            <a:graphicFrameLocks noChangeAspect="1"/>
          </p:cNvGraphicFramePr>
          <p:nvPr/>
        </p:nvGraphicFramePr>
        <p:xfrm>
          <a:off x="7451725" y="4149725"/>
          <a:ext cx="303213" cy="357188"/>
        </p:xfrm>
        <a:graphic>
          <a:graphicData uri="http://schemas.openxmlformats.org/presentationml/2006/ole">
            <mc:AlternateContent xmlns:mc="http://schemas.openxmlformats.org/markup-compatibility/2006">
              <mc:Choice xmlns:v="urn:schemas-microsoft-com:vml" Requires="v">
                <p:oleObj name="公式" r:id="rId14" imgW="139680" imgH="164880" progId="Equation.3">
                  <p:embed/>
                </p:oleObj>
              </mc:Choice>
              <mc:Fallback>
                <p:oleObj name="公式" r:id="rId14" imgW="139680" imgH="164880" progId="Equation.3">
                  <p:embed/>
                  <p:pic>
                    <p:nvPicPr>
                      <p:cNvPr id="0" name="Object 48"/>
                      <p:cNvPicPr>
                        <a:picLocks noChangeAspect="1" noChangeArrowheads="1"/>
                      </p:cNvPicPr>
                      <p:nvPr/>
                    </p:nvPicPr>
                    <p:blipFill>
                      <a:blip r:embed="rId15">
                        <a:lum bright="100000"/>
                        <a:extLst>
                          <a:ext uri="{28A0092B-C50C-407E-A947-70E740481C1C}">
                            <a14:useLocalDpi xmlns:a14="http://schemas.microsoft.com/office/drawing/2010/main" val="0"/>
                          </a:ext>
                        </a:extLst>
                      </a:blip>
                      <a:srcRect/>
                      <a:stretch>
                        <a:fillRect/>
                      </a:stretch>
                    </p:blipFill>
                    <p:spPr bwMode="auto">
                      <a:xfrm>
                        <a:off x="7451725" y="4149725"/>
                        <a:ext cx="303213"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035" name="Object 51">
            <a:extLst>
              <a:ext uri="{FF2B5EF4-FFF2-40B4-BE49-F238E27FC236}">
                <a16:creationId xmlns:a16="http://schemas.microsoft.com/office/drawing/2014/main" id="{D963C8BF-BD96-4735-9EB1-1823F7D8A82B}"/>
              </a:ext>
            </a:extLst>
          </p:cNvPr>
          <p:cNvGraphicFramePr>
            <a:graphicFrameLocks noChangeAspect="1"/>
          </p:cNvGraphicFramePr>
          <p:nvPr/>
        </p:nvGraphicFramePr>
        <p:xfrm>
          <a:off x="5364163" y="3933825"/>
          <a:ext cx="434975" cy="725488"/>
        </p:xfrm>
        <a:graphic>
          <a:graphicData uri="http://schemas.openxmlformats.org/presentationml/2006/ole">
            <mc:AlternateContent xmlns:mc="http://schemas.openxmlformats.org/markup-compatibility/2006">
              <mc:Choice xmlns:v="urn:schemas-microsoft-com:vml" Requires="v">
                <p:oleObj name="公式" r:id="rId16" imgW="266400" imgH="444240" progId="Equation.3">
                  <p:embed/>
                </p:oleObj>
              </mc:Choice>
              <mc:Fallback>
                <p:oleObj name="公式" r:id="rId16" imgW="266400" imgH="444240" progId="Equation.3">
                  <p:embed/>
                  <p:pic>
                    <p:nvPicPr>
                      <p:cNvPr id="0" name="Object 51"/>
                      <p:cNvPicPr>
                        <a:picLocks noChangeAspect="1" noChangeArrowheads="1"/>
                      </p:cNvPicPr>
                      <p:nvPr/>
                    </p:nvPicPr>
                    <p:blipFill>
                      <a:blip r:embed="rId17">
                        <a:lum bright="100000"/>
                        <a:extLst>
                          <a:ext uri="{28A0092B-C50C-407E-A947-70E740481C1C}">
                            <a14:useLocalDpi xmlns:a14="http://schemas.microsoft.com/office/drawing/2010/main" val="0"/>
                          </a:ext>
                        </a:extLst>
                      </a:blip>
                      <a:srcRect/>
                      <a:stretch>
                        <a:fillRect/>
                      </a:stretch>
                    </p:blipFill>
                    <p:spPr bwMode="auto">
                      <a:xfrm>
                        <a:off x="5364163" y="3933825"/>
                        <a:ext cx="434975"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036" name="Object 52">
            <a:extLst>
              <a:ext uri="{FF2B5EF4-FFF2-40B4-BE49-F238E27FC236}">
                <a16:creationId xmlns:a16="http://schemas.microsoft.com/office/drawing/2014/main" id="{B11DF60F-1A64-42EF-B665-06A062903996}"/>
              </a:ext>
            </a:extLst>
          </p:cNvPr>
          <p:cNvGraphicFramePr>
            <a:graphicFrameLocks noChangeAspect="1"/>
          </p:cNvGraphicFramePr>
          <p:nvPr/>
        </p:nvGraphicFramePr>
        <p:xfrm>
          <a:off x="4211638" y="4652963"/>
          <a:ext cx="303212" cy="357187"/>
        </p:xfrm>
        <a:graphic>
          <a:graphicData uri="http://schemas.openxmlformats.org/presentationml/2006/ole">
            <mc:AlternateContent xmlns:mc="http://schemas.openxmlformats.org/markup-compatibility/2006">
              <mc:Choice xmlns:v="urn:schemas-microsoft-com:vml" Requires="v">
                <p:oleObj name="公式" r:id="rId18" imgW="139680" imgH="164880" progId="Equation.3">
                  <p:embed/>
                </p:oleObj>
              </mc:Choice>
              <mc:Fallback>
                <p:oleObj name="公式" r:id="rId18" imgW="139680" imgH="164880" progId="Equation.3">
                  <p:embed/>
                  <p:pic>
                    <p:nvPicPr>
                      <p:cNvPr id="0" name="Object 52"/>
                      <p:cNvPicPr>
                        <a:picLocks noChangeAspect="1" noChangeArrowheads="1"/>
                      </p:cNvPicPr>
                      <p:nvPr/>
                    </p:nvPicPr>
                    <p:blipFill>
                      <a:blip r:embed="rId19">
                        <a:lum bright="100000"/>
                        <a:extLst>
                          <a:ext uri="{28A0092B-C50C-407E-A947-70E740481C1C}">
                            <a14:useLocalDpi xmlns:a14="http://schemas.microsoft.com/office/drawing/2010/main" val="0"/>
                          </a:ext>
                        </a:extLst>
                      </a:blip>
                      <a:srcRect/>
                      <a:stretch>
                        <a:fillRect/>
                      </a:stretch>
                    </p:blipFill>
                    <p:spPr bwMode="auto">
                      <a:xfrm>
                        <a:off x="4211638" y="4652963"/>
                        <a:ext cx="303212" cy="357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a:extLst>
              <a:ext uri="{FF2B5EF4-FFF2-40B4-BE49-F238E27FC236}">
                <a16:creationId xmlns:a16="http://schemas.microsoft.com/office/drawing/2014/main" id="{C669BC5C-5F12-4740-9431-1E213F8E17C7}"/>
              </a:ext>
            </a:extLst>
          </p:cNvPr>
          <p:cNvSpPr>
            <a:spLocks noGrp="1" noChangeArrowheads="1"/>
          </p:cNvSpPr>
          <p:nvPr>
            <p:ph type="body" idx="1"/>
          </p:nvPr>
        </p:nvSpPr>
        <p:spPr>
          <a:xfrm>
            <a:off x="468313" y="476250"/>
            <a:ext cx="8229600" cy="5678488"/>
          </a:xfrm>
        </p:spPr>
        <p:txBody>
          <a:bodyPr/>
          <a:lstStyle/>
          <a:p>
            <a:pPr marL="0" indent="0">
              <a:lnSpc>
                <a:spcPct val="125000"/>
              </a:lnSpc>
              <a:buFontTx/>
              <a:buNone/>
            </a:pPr>
            <a:r>
              <a:rPr lang="en-US" altLang="zh-CN" sz="2800" b="1" dirty="0">
                <a:solidFill>
                  <a:srgbClr val="FFFF00"/>
                </a:solidFill>
                <a:latin typeface="Times New Roman" panose="02020603050405020304" pitchFamily="18" charset="0"/>
              </a:rPr>
              <a:t>2) Bayes </a:t>
            </a:r>
            <a:r>
              <a:rPr lang="zh-CN" altLang="en-US" sz="2800" b="1" dirty="0">
                <a:solidFill>
                  <a:srgbClr val="FFFF00"/>
                </a:solidFill>
                <a:latin typeface="Times New Roman" panose="02020603050405020304" pitchFamily="18" charset="0"/>
              </a:rPr>
              <a:t>方法的问题求解步骤：</a:t>
            </a:r>
          </a:p>
          <a:p>
            <a:pPr marL="0" indent="0">
              <a:lnSpc>
                <a:spcPct val="125000"/>
              </a:lnSpc>
              <a:buFontTx/>
              <a:buNone/>
            </a:pPr>
            <a:r>
              <a:rPr lang="zh-CN" altLang="en-US" sz="2800" b="1" dirty="0">
                <a:latin typeface="Times New Roman" panose="02020603050405020304" pitchFamily="18" charset="0"/>
              </a:rPr>
              <a:t>     </a:t>
            </a:r>
            <a:r>
              <a:rPr lang="zh-CN" altLang="en-US" sz="2400" b="1" dirty="0">
                <a:latin typeface="宋体" panose="02010600030101010101" pitchFamily="2" charset="-122"/>
              </a:rPr>
              <a:t>① </a:t>
            </a:r>
            <a:r>
              <a:rPr lang="zh-CN" altLang="en-US" sz="2400" b="1" dirty="0">
                <a:latin typeface="Times New Roman" panose="02020603050405020304" pitchFamily="18" charset="0"/>
              </a:rPr>
              <a:t>定义随机变量</a:t>
            </a:r>
          </a:p>
          <a:p>
            <a:pPr marL="0" indent="0">
              <a:lnSpc>
                <a:spcPct val="150000"/>
              </a:lnSpc>
              <a:buFontTx/>
              <a:buNone/>
            </a:pPr>
            <a:r>
              <a:rPr lang="zh-CN" altLang="en-US" sz="2400" b="1" dirty="0">
                <a:latin typeface="Times New Roman" panose="02020603050405020304" pitchFamily="18" charset="0"/>
              </a:rPr>
              <a:t>       将未知参数看成随机变量</a:t>
            </a:r>
            <a:r>
              <a:rPr lang="zh-CN" altLang="en-US" sz="2400" b="1" i="1" dirty="0">
                <a:latin typeface="Times New Roman" panose="02020603050405020304" pitchFamily="18" charset="0"/>
                <a:sym typeface="Symbol" panose="05050102010706020507" pitchFamily="18" charset="2"/>
              </a:rPr>
              <a:t> </a:t>
            </a:r>
            <a:r>
              <a:rPr lang="zh-CN" altLang="en-US" sz="2400" b="1"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sym typeface="Symbol" panose="05050102010706020507" pitchFamily="18" charset="2"/>
              </a:rPr>
              <a:t>h </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sym typeface="Symbol" panose="05050102010706020507" pitchFamily="18" charset="2"/>
              </a:rPr>
              <a:t>x</a:t>
            </a:r>
            <a:r>
              <a:rPr lang="en-US" altLang="zh-CN" sz="2400" b="1" baseline="-25000" dirty="0">
                <a:latin typeface="Times New Roman" panose="02020603050405020304" pitchFamily="18" charset="0"/>
                <a:sym typeface="Symbol" panose="05050102010706020507" pitchFamily="18" charset="2"/>
              </a:rPr>
              <a:t>1</a:t>
            </a:r>
            <a:r>
              <a:rPr lang="en-US" altLang="zh-CN" sz="2400" b="1"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sym typeface="Symbol" panose="05050102010706020507" pitchFamily="18" charset="2"/>
              </a:rPr>
              <a:t>x</a:t>
            </a:r>
            <a:r>
              <a:rPr lang="en-US" altLang="zh-CN" sz="2400" b="1" baseline="-25000" dirty="0">
                <a:latin typeface="Times New Roman" panose="02020603050405020304" pitchFamily="18" charset="0"/>
                <a:sym typeface="Symbol" panose="05050102010706020507" pitchFamily="18" charset="2"/>
              </a:rPr>
              <a:t>2</a:t>
            </a:r>
            <a:r>
              <a:rPr lang="en-US" altLang="zh-CN" sz="2400" b="1" dirty="0">
                <a:latin typeface="Times New Roman" panose="02020603050405020304" pitchFamily="18" charset="0"/>
                <a:sym typeface="Symbol" panose="05050102010706020507" pitchFamily="18" charset="2"/>
              </a:rPr>
              <a:t>, …, </a:t>
            </a:r>
            <a:r>
              <a:rPr lang="en-US" altLang="zh-CN" sz="2400" b="1" i="1" dirty="0" err="1">
                <a:latin typeface="Times New Roman" panose="02020603050405020304" pitchFamily="18" charset="0"/>
                <a:sym typeface="Symbol" panose="05050102010706020507" pitchFamily="18" charset="2"/>
              </a:rPr>
              <a:t>x</a:t>
            </a:r>
            <a:r>
              <a:rPr lang="en-US" altLang="zh-CN" sz="2400" b="1" i="1" baseline="-25000" dirty="0" err="1">
                <a:latin typeface="Times New Roman" panose="02020603050405020304" pitchFamily="18" charset="0"/>
                <a:sym typeface="Symbol" panose="05050102010706020507" pitchFamily="18" charset="2"/>
              </a:rPr>
              <a:t>n</a:t>
            </a:r>
            <a:r>
              <a:rPr lang="en-US" altLang="zh-CN" sz="2400" b="1"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sym typeface="Symbol" panose="05050102010706020507" pitchFamily="18" charset="2"/>
              </a:rPr>
              <a:t> </a:t>
            </a:r>
            <a:r>
              <a:rPr lang="en-US" altLang="zh-CN" sz="2400" b="1" dirty="0">
                <a:latin typeface="Times New Roman" panose="02020603050405020304" pitchFamily="18" charset="0"/>
                <a:sym typeface="Symbol" panose="05050102010706020507" pitchFamily="18" charset="2"/>
              </a:rPr>
              <a:t>) </a:t>
            </a:r>
            <a:r>
              <a:rPr lang="zh-CN" altLang="en-US" sz="2400" b="1" dirty="0">
                <a:latin typeface="Times New Roman" panose="02020603050405020304" pitchFamily="18" charset="0"/>
                <a:sym typeface="Symbol" panose="05050102010706020507" pitchFamily="18" charset="2"/>
              </a:rPr>
              <a:t>做为样本</a:t>
            </a:r>
            <a:r>
              <a:rPr lang="en-US" altLang="zh-CN" sz="2400" b="1" i="1" dirty="0">
                <a:latin typeface="Times New Roman" panose="02020603050405020304" pitchFamily="18" charset="0"/>
                <a:sym typeface="Symbol" panose="05050102010706020507" pitchFamily="18" charset="2"/>
              </a:rPr>
              <a:t>x</a:t>
            </a:r>
            <a:r>
              <a:rPr lang="en-US" altLang="zh-CN" sz="2400" b="1" baseline="-25000" dirty="0">
                <a:latin typeface="Times New Roman" panose="02020603050405020304" pitchFamily="18" charset="0"/>
                <a:sym typeface="Symbol" panose="05050102010706020507" pitchFamily="18" charset="2"/>
              </a:rPr>
              <a:t>1</a:t>
            </a:r>
            <a:r>
              <a:rPr lang="en-US" altLang="zh-CN" sz="2400" b="1"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sym typeface="Symbol" panose="05050102010706020507" pitchFamily="18" charset="2"/>
              </a:rPr>
              <a:t>x</a:t>
            </a:r>
            <a:r>
              <a:rPr lang="en-US" altLang="zh-CN" sz="2400" b="1" baseline="-25000" dirty="0">
                <a:latin typeface="Times New Roman" panose="02020603050405020304" pitchFamily="18" charset="0"/>
                <a:sym typeface="Symbol" panose="05050102010706020507" pitchFamily="18" charset="2"/>
              </a:rPr>
              <a:t>2</a:t>
            </a:r>
            <a:r>
              <a:rPr lang="en-US" altLang="zh-CN" sz="2400" b="1" dirty="0">
                <a:latin typeface="Times New Roman" panose="02020603050405020304" pitchFamily="18" charset="0"/>
                <a:sym typeface="Symbol" panose="05050102010706020507" pitchFamily="18" charset="2"/>
              </a:rPr>
              <a:t>, …, </a:t>
            </a:r>
            <a:r>
              <a:rPr lang="en-US" altLang="zh-CN" sz="2400" b="1" i="1" dirty="0" err="1">
                <a:latin typeface="Times New Roman" panose="02020603050405020304" pitchFamily="18" charset="0"/>
                <a:sym typeface="Symbol" panose="05050102010706020507" pitchFamily="18" charset="2"/>
              </a:rPr>
              <a:t>x</a:t>
            </a:r>
            <a:r>
              <a:rPr lang="en-US" altLang="zh-CN" sz="2400" b="1" i="1" baseline="-25000" dirty="0" err="1">
                <a:latin typeface="Times New Roman" panose="02020603050405020304" pitchFamily="18" charset="0"/>
                <a:sym typeface="Symbol" panose="05050102010706020507" pitchFamily="18" charset="2"/>
              </a:rPr>
              <a:t>n</a:t>
            </a:r>
            <a:r>
              <a:rPr lang="en-US" altLang="zh-CN" sz="2400" b="1" i="1" baseline="-25000" dirty="0">
                <a:latin typeface="Times New Roman" panose="02020603050405020304" pitchFamily="18" charset="0"/>
                <a:sym typeface="Symbol" panose="05050102010706020507" pitchFamily="18" charset="2"/>
              </a:rPr>
              <a:t> </a:t>
            </a:r>
            <a:r>
              <a:rPr lang="zh-CN" altLang="en-US" sz="2400" b="1" dirty="0">
                <a:latin typeface="Times New Roman" panose="02020603050405020304" pitchFamily="18" charset="0"/>
                <a:sym typeface="Symbol" panose="05050102010706020507" pitchFamily="18" charset="2"/>
              </a:rPr>
              <a:t>在 </a:t>
            </a:r>
            <a:r>
              <a:rPr lang="zh-CN" altLang="en-US" sz="2400" b="1" i="1" dirty="0">
                <a:latin typeface="Times New Roman" panose="02020603050405020304" pitchFamily="18" charset="0"/>
                <a:sym typeface="Symbol" panose="05050102010706020507" pitchFamily="18" charset="2"/>
              </a:rPr>
              <a:t></a:t>
            </a:r>
            <a:r>
              <a:rPr lang="zh-CN" altLang="en-US" sz="2400" b="1" dirty="0">
                <a:latin typeface="Times New Roman" panose="02020603050405020304" pitchFamily="18" charset="0"/>
                <a:sym typeface="Symbol" panose="05050102010706020507" pitchFamily="18" charset="2"/>
              </a:rPr>
              <a:t> 条件下的联合分布密度，则样本</a:t>
            </a:r>
            <a:r>
              <a:rPr lang="en-US" altLang="zh-CN" sz="2400" b="1" i="1" dirty="0">
                <a:latin typeface="Times New Roman" panose="02020603050405020304" pitchFamily="18" charset="0"/>
                <a:sym typeface="Symbol" panose="05050102010706020507" pitchFamily="18" charset="2"/>
              </a:rPr>
              <a:t>x</a:t>
            </a:r>
            <a:r>
              <a:rPr lang="en-US" altLang="zh-CN" sz="2400" b="1" baseline="-25000" dirty="0">
                <a:latin typeface="Times New Roman" panose="02020603050405020304" pitchFamily="18" charset="0"/>
                <a:sym typeface="Symbol" panose="05050102010706020507" pitchFamily="18" charset="2"/>
              </a:rPr>
              <a:t>1</a:t>
            </a:r>
            <a:r>
              <a:rPr lang="en-US" altLang="zh-CN" sz="2400" b="1"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sym typeface="Symbol" panose="05050102010706020507" pitchFamily="18" charset="2"/>
              </a:rPr>
              <a:t>x</a:t>
            </a:r>
            <a:r>
              <a:rPr lang="en-US" altLang="zh-CN" sz="2400" b="1" baseline="-25000" dirty="0">
                <a:latin typeface="Times New Roman" panose="02020603050405020304" pitchFamily="18" charset="0"/>
                <a:sym typeface="Symbol" panose="05050102010706020507" pitchFamily="18" charset="2"/>
              </a:rPr>
              <a:t>2</a:t>
            </a:r>
            <a:r>
              <a:rPr lang="en-US" altLang="zh-CN" sz="2400" b="1" dirty="0">
                <a:latin typeface="Times New Roman" panose="02020603050405020304" pitchFamily="18" charset="0"/>
                <a:sym typeface="Symbol" panose="05050102010706020507" pitchFamily="18" charset="2"/>
              </a:rPr>
              <a:t>, …, </a:t>
            </a:r>
            <a:r>
              <a:rPr lang="en-US" altLang="zh-CN" sz="2400" b="1" i="1" dirty="0" err="1">
                <a:latin typeface="Times New Roman" panose="02020603050405020304" pitchFamily="18" charset="0"/>
                <a:sym typeface="Symbol" panose="05050102010706020507" pitchFamily="18" charset="2"/>
              </a:rPr>
              <a:t>x</a:t>
            </a:r>
            <a:r>
              <a:rPr lang="en-US" altLang="zh-CN" sz="2400" b="1" i="1" baseline="-25000" dirty="0" err="1">
                <a:latin typeface="Times New Roman" panose="02020603050405020304" pitchFamily="18" charset="0"/>
                <a:sym typeface="Symbol" panose="05050102010706020507" pitchFamily="18" charset="2"/>
              </a:rPr>
              <a:t>n</a:t>
            </a:r>
            <a:r>
              <a:rPr lang="en-US" altLang="zh-CN" sz="2400" b="1" dirty="0">
                <a:latin typeface="Times New Roman" panose="02020603050405020304" pitchFamily="18" charset="0"/>
                <a:sym typeface="Symbol" panose="05050102010706020507" pitchFamily="18" charset="2"/>
              </a:rPr>
              <a:t> </a:t>
            </a:r>
            <a:r>
              <a:rPr lang="zh-CN" altLang="en-US" sz="2400" b="1" dirty="0">
                <a:latin typeface="Times New Roman" panose="02020603050405020304" pitchFamily="18" charset="0"/>
                <a:sym typeface="Symbol" panose="05050102010706020507" pitchFamily="18" charset="2"/>
              </a:rPr>
              <a:t>的条件分布函数记为：</a:t>
            </a:r>
          </a:p>
          <a:p>
            <a:pPr marL="0" indent="0">
              <a:lnSpc>
                <a:spcPct val="150000"/>
              </a:lnSpc>
              <a:buFontTx/>
              <a:buNone/>
            </a:pPr>
            <a:r>
              <a:rPr lang="zh-CN" altLang="en-US" sz="2400" b="1" dirty="0">
                <a:latin typeface="Times New Roman" panose="02020603050405020304" pitchFamily="18" charset="0"/>
                <a:sym typeface="Symbol" panose="05050102010706020507" pitchFamily="18" charset="2"/>
              </a:rPr>
              <a:t>              </a:t>
            </a:r>
            <a:r>
              <a:rPr lang="en-US" altLang="zh-CN" b="1" i="1" dirty="0">
                <a:latin typeface="Times New Roman" panose="02020603050405020304" pitchFamily="18" charset="0"/>
                <a:sym typeface="Symbol" panose="05050102010706020507" pitchFamily="18" charset="2"/>
              </a:rPr>
              <a:t>p </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x</a:t>
            </a:r>
            <a:r>
              <a:rPr lang="en-US" altLang="zh-CN" b="1" baseline="-25000" dirty="0">
                <a:latin typeface="Times New Roman" panose="02020603050405020304" pitchFamily="18" charset="0"/>
                <a:sym typeface="Symbol" panose="05050102010706020507" pitchFamily="18" charset="2"/>
              </a:rPr>
              <a:t>1</a:t>
            </a:r>
            <a:r>
              <a:rPr lang="en-US" altLang="zh-CN" b="1" dirty="0">
                <a:latin typeface="Times New Roman" panose="02020603050405020304" pitchFamily="18" charset="0"/>
                <a:sym typeface="Symbol" panose="05050102010706020507" pitchFamily="18" charset="2"/>
              </a:rPr>
              <a:t>, </a:t>
            </a:r>
            <a:r>
              <a:rPr lang="en-US" altLang="zh-CN" b="1" i="1" dirty="0">
                <a:latin typeface="Times New Roman" panose="02020603050405020304" pitchFamily="18" charset="0"/>
                <a:sym typeface="Symbol" panose="05050102010706020507" pitchFamily="18" charset="2"/>
              </a:rPr>
              <a:t>x</a:t>
            </a:r>
            <a:r>
              <a:rPr lang="en-US" altLang="zh-CN" b="1" baseline="-25000" dirty="0">
                <a:latin typeface="Times New Roman" panose="02020603050405020304" pitchFamily="18" charset="0"/>
                <a:sym typeface="Symbol" panose="05050102010706020507" pitchFamily="18" charset="2"/>
              </a:rPr>
              <a:t>2</a:t>
            </a:r>
            <a:r>
              <a:rPr lang="en-US" altLang="zh-CN" b="1" dirty="0">
                <a:latin typeface="Times New Roman" panose="02020603050405020304" pitchFamily="18" charset="0"/>
                <a:sym typeface="Symbol" panose="05050102010706020507" pitchFamily="18" charset="2"/>
              </a:rPr>
              <a:t>, …, </a:t>
            </a:r>
            <a:r>
              <a:rPr lang="en-US" altLang="zh-CN" b="1" i="1" dirty="0" err="1">
                <a:latin typeface="Times New Roman" panose="02020603050405020304" pitchFamily="18" charset="0"/>
                <a:sym typeface="Symbol" panose="05050102010706020507" pitchFamily="18" charset="2"/>
              </a:rPr>
              <a:t>x</a:t>
            </a:r>
            <a:r>
              <a:rPr lang="en-US" altLang="zh-CN" b="1" i="1" baseline="-25000" dirty="0" err="1">
                <a:latin typeface="Times New Roman" panose="02020603050405020304" pitchFamily="18" charset="0"/>
                <a:sym typeface="Symbol" panose="05050102010706020507" pitchFamily="18" charset="2"/>
              </a:rPr>
              <a:t>n</a:t>
            </a:r>
            <a:r>
              <a:rPr lang="en-US" altLang="zh-CN" b="1" dirty="0">
                <a:latin typeface="Times New Roman" panose="02020603050405020304" pitchFamily="18" charset="0"/>
                <a:sym typeface="Symbol" panose="05050102010706020507" pitchFamily="18" charset="2"/>
              </a:rPr>
              <a:t> | </a:t>
            </a:r>
            <a:r>
              <a:rPr lang="en-US" altLang="zh-CN" b="1" i="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sym typeface="Symbol" panose="05050102010706020507" pitchFamily="18" charset="2"/>
              </a:rPr>
              <a:t> )  </a:t>
            </a:r>
            <a:r>
              <a:rPr lang="zh-CN" altLang="en-US" b="1" dirty="0">
                <a:latin typeface="Times New Roman" panose="02020603050405020304" pitchFamily="18" charset="0"/>
                <a:sym typeface="Symbol" panose="05050102010706020507" pitchFamily="18" charset="2"/>
              </a:rPr>
              <a:t>或  </a:t>
            </a:r>
            <a:r>
              <a:rPr lang="en-US" altLang="zh-CN" b="1" i="1" dirty="0">
                <a:latin typeface="Times New Roman" panose="02020603050405020304" pitchFamily="18" charset="0"/>
                <a:sym typeface="Symbol" panose="05050102010706020507" pitchFamily="18" charset="2"/>
              </a:rPr>
              <a:t>p</a:t>
            </a:r>
            <a:r>
              <a:rPr lang="en-US" altLang="zh-CN" b="1" dirty="0">
                <a:latin typeface="Times New Roman" panose="02020603050405020304" pitchFamily="18" charset="0"/>
                <a:sym typeface="Symbol" panose="05050102010706020507" pitchFamily="18" charset="2"/>
              </a:rPr>
              <a:t> ( </a:t>
            </a:r>
            <a:r>
              <a:rPr lang="en-US" altLang="zh-CN" b="1" i="1" dirty="0">
                <a:latin typeface="Times New Roman" panose="02020603050405020304" pitchFamily="18" charset="0"/>
                <a:sym typeface="Symbol" panose="05050102010706020507" pitchFamily="18" charset="2"/>
              </a:rPr>
              <a:t>x</a:t>
            </a:r>
            <a:r>
              <a:rPr lang="en-US" altLang="zh-CN" b="1" dirty="0">
                <a:latin typeface="Times New Roman" panose="02020603050405020304" pitchFamily="18" charset="0"/>
                <a:sym typeface="Symbol" panose="05050102010706020507" pitchFamily="18" charset="2"/>
              </a:rPr>
              <a:t> | </a:t>
            </a:r>
            <a:r>
              <a:rPr lang="en-US" altLang="zh-CN" b="1" i="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sym typeface="Symbol" panose="05050102010706020507" pitchFamily="18" charset="2"/>
              </a:rPr>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a:extLst>
              <a:ext uri="{FF2B5EF4-FFF2-40B4-BE49-F238E27FC236}">
                <a16:creationId xmlns:a16="http://schemas.microsoft.com/office/drawing/2014/main" id="{A097F50F-B56E-478C-9F3F-DD083FC76401}"/>
              </a:ext>
            </a:extLst>
          </p:cNvPr>
          <p:cNvSpPr>
            <a:spLocks noGrp="1" noChangeArrowheads="1"/>
          </p:cNvSpPr>
          <p:nvPr>
            <p:ph type="body" idx="1"/>
          </p:nvPr>
        </p:nvSpPr>
        <p:spPr>
          <a:xfrm>
            <a:off x="468313" y="692150"/>
            <a:ext cx="8135937" cy="4968875"/>
          </a:xfrm>
        </p:spPr>
        <p:txBody>
          <a:bodyPr/>
          <a:lstStyle/>
          <a:p>
            <a:pPr marL="0" indent="0">
              <a:lnSpc>
                <a:spcPct val="125000"/>
              </a:lnSpc>
              <a:spcBef>
                <a:spcPct val="0"/>
              </a:spcBef>
              <a:buFontTx/>
              <a:buNone/>
            </a:pPr>
            <a:r>
              <a:rPr lang="en-US" altLang="zh-CN" sz="2800" b="1">
                <a:latin typeface="Times New Roman" panose="02020603050405020304" pitchFamily="18" charset="0"/>
              </a:rPr>
              <a:t>② </a:t>
            </a:r>
            <a:r>
              <a:rPr lang="zh-CN" altLang="en-US" sz="2800" b="1">
                <a:latin typeface="Times New Roman" panose="02020603050405020304" pitchFamily="18" charset="0"/>
              </a:rPr>
              <a:t>确定先验分布密度 </a:t>
            </a:r>
            <a:r>
              <a:rPr lang="zh-CN" altLang="en-US" sz="2800" b="1" i="1">
                <a:latin typeface="Times New Roman" panose="02020603050405020304" pitchFamily="18" charset="0"/>
                <a:sym typeface="Symbol" panose="05050102010706020507" pitchFamily="18" charset="2"/>
              </a:rPr>
              <a:t></a:t>
            </a:r>
            <a:r>
              <a:rPr lang="zh-CN" altLang="en-US" sz="2800" b="1" i="1">
                <a:latin typeface="Times New Roman" panose="02020603050405020304" pitchFamily="18" charset="0"/>
              </a:rPr>
              <a:t> </a:t>
            </a:r>
            <a:r>
              <a:rPr lang="en-US" altLang="zh-CN" sz="2800" b="1">
                <a:latin typeface="Times New Roman" panose="02020603050405020304" pitchFamily="18" charset="0"/>
              </a:rPr>
              <a:t>( </a:t>
            </a:r>
            <a:r>
              <a:rPr lang="en-US" altLang="zh-CN" sz="2800" b="1" i="1">
                <a:latin typeface="Times New Roman" panose="02020603050405020304" pitchFamily="18" charset="0"/>
                <a:sym typeface="Symbol" panose="05050102010706020507" pitchFamily="18" charset="2"/>
              </a:rPr>
              <a:t> </a:t>
            </a:r>
            <a:r>
              <a:rPr lang="en-US" altLang="zh-CN" sz="2800" b="1">
                <a:latin typeface="Times New Roman" panose="02020603050405020304" pitchFamily="18" charset="0"/>
                <a:sym typeface="Symbol" panose="05050102010706020507" pitchFamily="18" charset="2"/>
              </a:rPr>
              <a:t>)</a:t>
            </a:r>
            <a:r>
              <a:rPr lang="zh-CN" altLang="en-US" sz="2800" b="1">
                <a:latin typeface="Times New Roman" panose="02020603050405020304" pitchFamily="18" charset="0"/>
                <a:sym typeface="Symbol" panose="05050102010706020507" pitchFamily="18" charset="2"/>
              </a:rPr>
              <a:t>，采用共轭先验分布的方法。</a:t>
            </a:r>
            <a:r>
              <a:rPr lang="zh-CN" altLang="en-US" sz="2800" b="1"/>
              <a:t>如果对先验分布没有任何知识，则采用无信息先验分布的</a:t>
            </a:r>
            <a:r>
              <a:rPr lang="en-US" altLang="zh-CN" sz="2800" b="1"/>
              <a:t>Bayes</a:t>
            </a:r>
            <a:r>
              <a:rPr lang="zh-CN" altLang="en-US" sz="2800" b="1"/>
              <a:t>假设。</a:t>
            </a:r>
          </a:p>
          <a:p>
            <a:pPr marL="0" indent="0">
              <a:lnSpc>
                <a:spcPct val="125000"/>
              </a:lnSpc>
              <a:spcBef>
                <a:spcPct val="0"/>
              </a:spcBef>
              <a:buFontTx/>
              <a:buNone/>
            </a:pPr>
            <a:endParaRPr lang="zh-CN" altLang="en-US" sz="2400" b="1"/>
          </a:p>
          <a:p>
            <a:pPr marL="0" indent="0">
              <a:buFontTx/>
              <a:buNone/>
            </a:pPr>
            <a:r>
              <a:rPr lang="zh-CN" altLang="en-US" sz="2800" b="1">
                <a:latin typeface="Times New Roman" panose="02020603050405020304" pitchFamily="18" charset="0"/>
                <a:sym typeface="Symbol" panose="05050102010706020507" pitchFamily="18" charset="2"/>
              </a:rPr>
              <a:t>③ </a:t>
            </a:r>
            <a:r>
              <a:rPr lang="zh-CN" altLang="en-US" sz="2800" b="1">
                <a:latin typeface="Times New Roman" panose="02020603050405020304" pitchFamily="18" charset="0"/>
              </a:rPr>
              <a:t>用</a:t>
            </a:r>
            <a:r>
              <a:rPr lang="en-US" altLang="zh-CN" sz="2800" b="1">
                <a:latin typeface="Times New Roman" panose="02020603050405020304" pitchFamily="18" charset="0"/>
              </a:rPr>
              <a:t>Bayes </a:t>
            </a:r>
            <a:r>
              <a:rPr lang="zh-CN" altLang="en-US" sz="2800" b="1">
                <a:latin typeface="Times New Roman" panose="02020603050405020304" pitchFamily="18" charset="0"/>
              </a:rPr>
              <a:t>定理计算后验分布函数</a:t>
            </a:r>
            <a:r>
              <a:rPr lang="zh-CN" altLang="en-US" sz="2800" b="1" i="1">
                <a:latin typeface="Times New Roman" panose="02020603050405020304" pitchFamily="18" charset="0"/>
                <a:sym typeface="Symbol" panose="05050102010706020507" pitchFamily="18" charset="2"/>
              </a:rPr>
              <a:t></a:t>
            </a:r>
            <a:r>
              <a:rPr lang="zh-CN" altLang="en-US" sz="2800" b="1" i="1">
                <a:latin typeface="Times New Roman" panose="02020603050405020304" pitchFamily="18" charset="0"/>
              </a:rPr>
              <a:t> </a:t>
            </a:r>
            <a:r>
              <a:rPr lang="en-US" altLang="zh-CN" sz="2800" b="1">
                <a:latin typeface="Times New Roman" panose="02020603050405020304" pitchFamily="18" charset="0"/>
              </a:rPr>
              <a:t>( </a:t>
            </a:r>
            <a:r>
              <a:rPr lang="en-US" altLang="zh-CN" sz="2800" b="1" i="1">
                <a:latin typeface="Times New Roman" panose="02020603050405020304" pitchFamily="18" charset="0"/>
                <a:sym typeface="Symbol" panose="05050102010706020507" pitchFamily="18" charset="2"/>
              </a:rPr>
              <a:t> | x </a:t>
            </a:r>
            <a:r>
              <a:rPr lang="en-US" altLang="zh-CN" sz="2800" b="1">
                <a:latin typeface="Times New Roman" panose="02020603050405020304" pitchFamily="18" charset="0"/>
                <a:sym typeface="Symbol" panose="05050102010706020507" pitchFamily="18" charset="2"/>
              </a:rPr>
              <a:t>)</a:t>
            </a:r>
            <a:r>
              <a:rPr lang="en-US" altLang="zh-CN" sz="2800" b="1">
                <a:latin typeface="Times New Roman" panose="02020603050405020304" pitchFamily="18" charset="0"/>
              </a:rPr>
              <a:t> </a:t>
            </a:r>
            <a:r>
              <a:rPr lang="zh-CN" altLang="en-US" sz="2800" b="1">
                <a:latin typeface="Times New Roman" panose="02020603050405020304" pitchFamily="18" charset="0"/>
              </a:rPr>
              <a:t>。</a:t>
            </a:r>
          </a:p>
          <a:p>
            <a:pPr marL="0" indent="0"/>
            <a:endParaRPr lang="zh-CN" altLang="en-US" sz="2800"/>
          </a:p>
          <a:p>
            <a:pPr marL="0" indent="0">
              <a:spcBef>
                <a:spcPct val="0"/>
              </a:spcBef>
              <a:buClrTx/>
              <a:buFontTx/>
              <a:buNone/>
            </a:pPr>
            <a:r>
              <a:rPr lang="zh-CN" altLang="en-US" sz="2800" b="1">
                <a:latin typeface="Times New Roman" panose="02020603050405020304" pitchFamily="18" charset="0"/>
                <a:sym typeface="Symbol" panose="05050102010706020507" pitchFamily="18" charset="2"/>
              </a:rPr>
              <a:t>④ </a:t>
            </a:r>
            <a:r>
              <a:rPr lang="zh-CN" altLang="en-US" sz="2800" b="1">
                <a:latin typeface="Times New Roman" panose="02020603050405020304" pitchFamily="18" charset="0"/>
              </a:rPr>
              <a:t>利用计算所得的后验分布值对所求的问题进行推断。</a:t>
            </a:r>
          </a:p>
          <a:p>
            <a:pPr marL="0" indent="0"/>
            <a:endParaRPr lang="en-US" altLang="zh-CN" sz="2000" b="1">
              <a:latin typeface="宋体" panose="02010600030101010101" pitchFamily="2" charset="-122"/>
              <a:sym typeface="Symbol" panose="05050102010706020507" pitchFamily="18" charset="2"/>
            </a:endParaRPr>
          </a:p>
        </p:txBody>
      </p:sp>
      <p:sp>
        <p:nvSpPr>
          <p:cNvPr id="44037" name="Text Box 5">
            <a:extLst>
              <a:ext uri="{FF2B5EF4-FFF2-40B4-BE49-F238E27FC236}">
                <a16:creationId xmlns:a16="http://schemas.microsoft.com/office/drawing/2014/main" id="{AB033523-C3A5-47B7-B2EF-408E464C5A76}"/>
              </a:ext>
            </a:extLst>
          </p:cNvPr>
          <p:cNvSpPr txBox="1">
            <a:spLocks noChangeArrowheads="1"/>
          </p:cNvSpPr>
          <p:nvPr/>
        </p:nvSpPr>
        <p:spPr bwMode="auto">
          <a:xfrm>
            <a:off x="4227513" y="6884988"/>
            <a:ext cx="37909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a:t>，采用共轭先验分布</a:t>
            </a:r>
            <a:r>
              <a:rPr lang="zh-CN" altLang="en-US" sz="3200"/>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46A23-EE40-FA06-BF73-EED4A914375A}"/>
            </a:ext>
          </a:extLst>
        </p:cNvPr>
        <p:cNvGrpSpPr/>
        <p:nvPr/>
      </p:nvGrpSpPr>
      <p:grpSpPr>
        <a:xfrm>
          <a:off x="0" y="0"/>
          <a:ext cx="0" cy="0"/>
          <a:chOff x="0" y="0"/>
          <a:chExt cx="0" cy="0"/>
        </a:xfrm>
      </p:grpSpPr>
      <p:sp>
        <p:nvSpPr>
          <p:cNvPr id="89091" name="Text Box 3">
            <a:extLst>
              <a:ext uri="{FF2B5EF4-FFF2-40B4-BE49-F238E27FC236}">
                <a16:creationId xmlns:a16="http://schemas.microsoft.com/office/drawing/2014/main" id="{E3989E5B-2F4D-5D6E-B743-308D0C636D10}"/>
              </a:ext>
            </a:extLst>
          </p:cNvPr>
          <p:cNvSpPr txBox="1">
            <a:spLocks noChangeArrowheads="1"/>
          </p:cNvSpPr>
          <p:nvPr/>
        </p:nvSpPr>
        <p:spPr bwMode="auto">
          <a:xfrm>
            <a:off x="265511" y="9248"/>
            <a:ext cx="799256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buFont typeface="Wingdings" panose="05000000000000000000" pitchFamily="2" charset="2"/>
              <a:buNone/>
            </a:pPr>
            <a:r>
              <a:rPr kumimoji="1" lang="zh-CN" altLang="en-US" sz="4800" b="1" dirty="0">
                <a:latin typeface="Times New Roman" panose="02020603050405020304" pitchFamily="18" charset="0"/>
              </a:rPr>
              <a:t>本节小结</a:t>
            </a:r>
          </a:p>
        </p:txBody>
      </p:sp>
      <p:sp>
        <p:nvSpPr>
          <p:cNvPr id="89092" name="Text Box 4">
            <a:extLst>
              <a:ext uri="{FF2B5EF4-FFF2-40B4-BE49-F238E27FC236}">
                <a16:creationId xmlns:a16="http://schemas.microsoft.com/office/drawing/2014/main" id="{4AB4FDB7-9DF1-1995-672D-B9DABD19A53C}"/>
              </a:ext>
            </a:extLst>
          </p:cNvPr>
          <p:cNvSpPr txBox="1">
            <a:spLocks noChangeArrowheads="1"/>
          </p:cNvSpPr>
          <p:nvPr/>
        </p:nvSpPr>
        <p:spPr bwMode="auto">
          <a:xfrm>
            <a:off x="287685" y="832432"/>
            <a:ext cx="8568630" cy="588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514350" indent="-514350">
              <a:lnSpc>
                <a:spcPct val="200000"/>
              </a:lnSpc>
              <a:buFont typeface="+mj-lt"/>
              <a:buAutoNum type="arabicPeriod"/>
            </a:pPr>
            <a:r>
              <a:rPr kumimoji="1" lang="zh-CN" altLang="en-US" sz="2400" b="1" dirty="0">
                <a:latin typeface="Times New Roman" panose="02020603050405020304" pitchFamily="18" charset="0"/>
              </a:rPr>
              <a:t>介绍了贝叶斯公式中先验概率、联合概率，以及边缘概率和后验概率等概念；</a:t>
            </a:r>
            <a:endParaRPr kumimoji="1" lang="en-US" altLang="zh-CN" sz="2400" b="1" dirty="0">
              <a:latin typeface="Times New Roman" panose="02020603050405020304" pitchFamily="18" charset="0"/>
            </a:endParaRPr>
          </a:p>
          <a:p>
            <a:pPr marL="514350" indent="-514350">
              <a:lnSpc>
                <a:spcPct val="200000"/>
              </a:lnSpc>
              <a:buFont typeface="+mj-lt"/>
              <a:buAutoNum type="arabicPeriod"/>
            </a:pPr>
            <a:r>
              <a:rPr kumimoji="1" lang="zh-CN" altLang="en-US" sz="2400" b="1" dirty="0">
                <a:latin typeface="Times New Roman" panose="02020603050405020304" pitchFamily="18" charset="0"/>
              </a:rPr>
              <a:t>简述了离散型和连续型</a:t>
            </a:r>
            <a:r>
              <a:rPr kumimoji="1" lang="en-US" altLang="zh-CN" sz="2400" b="1" dirty="0">
                <a:latin typeface="Times New Roman" panose="02020603050405020304" pitchFamily="18" charset="0"/>
              </a:rPr>
              <a:t>Bayes</a:t>
            </a:r>
            <a:r>
              <a:rPr kumimoji="1" lang="zh-CN" altLang="en-US" sz="2400" b="1" dirty="0">
                <a:latin typeface="Times New Roman" panose="02020603050405020304" pitchFamily="18" charset="0"/>
              </a:rPr>
              <a:t>定理的表示；</a:t>
            </a:r>
            <a:endParaRPr kumimoji="1" lang="en-US" altLang="zh-CN" sz="2400" b="1" dirty="0">
              <a:latin typeface="Times New Roman" panose="02020603050405020304" pitchFamily="18" charset="0"/>
            </a:endParaRPr>
          </a:p>
          <a:p>
            <a:pPr marL="514350" indent="-514350">
              <a:lnSpc>
                <a:spcPct val="200000"/>
              </a:lnSpc>
              <a:buFont typeface="+mj-lt"/>
              <a:buAutoNum type="arabicPeriod"/>
            </a:pPr>
            <a:r>
              <a:rPr kumimoji="1" lang="zh-CN" altLang="en-US" sz="2400" b="1" dirty="0">
                <a:latin typeface="Times New Roman" panose="02020603050405020304" pitchFamily="18" charset="0"/>
                <a:cs typeface="Times New Roman" panose="02020603050405020304" pitchFamily="18" charset="0"/>
              </a:rPr>
              <a:t>对先验概率求取的共轭分布、杰弗莱原则和最大熵原则等方法进行了介绍；</a:t>
            </a:r>
            <a:endParaRPr kumimoji="1" lang="en-US" altLang="zh-CN" sz="2400" b="1" dirty="0">
              <a:latin typeface="Times New Roman" panose="02020603050405020304" pitchFamily="18" charset="0"/>
              <a:cs typeface="Times New Roman" panose="02020603050405020304" pitchFamily="18" charset="0"/>
            </a:endParaRPr>
          </a:p>
          <a:p>
            <a:pPr marL="514350" indent="-514350">
              <a:lnSpc>
                <a:spcPct val="200000"/>
              </a:lnSpc>
              <a:buFont typeface="+mj-lt"/>
              <a:buAutoNum type="arabicPeriod"/>
            </a:pPr>
            <a:r>
              <a:rPr kumimoji="1" lang="zh-CN" altLang="en-US" sz="2400" b="1" dirty="0">
                <a:latin typeface="Times New Roman" panose="02020603050405020304" pitchFamily="18" charset="0"/>
                <a:cs typeface="Times New Roman" panose="02020603050405020304" pitchFamily="18" charset="0"/>
              </a:rPr>
              <a:t>借用正态分布的参数后验概率求取过程，讲解了使用贝叶斯公式进行参数估计的基本过程。</a:t>
            </a:r>
          </a:p>
          <a:p>
            <a:pPr marL="514350" indent="-514350">
              <a:lnSpc>
                <a:spcPct val="200000"/>
              </a:lnSpc>
              <a:buFont typeface="+mj-lt"/>
              <a:buAutoNum type="arabicPeriod"/>
            </a:pPr>
            <a:endParaRPr kumimoji="1" lang="zh-CN"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9499058"/>
      </p:ext>
    </p:extLst>
  </p:cSld>
  <p:clrMapOvr>
    <a:masterClrMapping/>
  </p:clrMapOvr>
</p:sld>
</file>

<file path=ppt/theme/theme1.xml><?xml version="1.0" encoding="utf-8"?>
<a:theme xmlns:a="http://schemas.openxmlformats.org/drawingml/2006/main" name="Mountain Top">
  <a:themeElements>
    <a:clrScheme name="Mountain Top 5">
      <a:dk1>
        <a:srgbClr val="463416"/>
      </a:dk1>
      <a:lt1>
        <a:srgbClr val="FFFFFF"/>
      </a:lt1>
      <a:dk2>
        <a:srgbClr val="003399"/>
      </a:dk2>
      <a:lt2>
        <a:srgbClr val="E3E3FF"/>
      </a:lt2>
      <a:accent1>
        <a:srgbClr val="3399FF"/>
      </a:accent1>
      <a:accent2>
        <a:srgbClr val="33CCCC"/>
      </a:accent2>
      <a:accent3>
        <a:srgbClr val="AAADCA"/>
      </a:accent3>
      <a:accent4>
        <a:srgbClr val="DADADA"/>
      </a:accent4>
      <a:accent5>
        <a:srgbClr val="ADCAFF"/>
      </a:accent5>
      <a:accent6>
        <a:srgbClr val="2DB9B9"/>
      </a:accent6>
      <a:hlink>
        <a:srgbClr val="00FFCC"/>
      </a:hlink>
      <a:folHlink>
        <a:srgbClr val="808000"/>
      </a:folHlink>
    </a:clrScheme>
    <a:fontScheme name="Mountain Top">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Mountain Top 1">
        <a:dk1>
          <a:srgbClr val="4C3A1C"/>
        </a:dk1>
        <a:lt1>
          <a:srgbClr val="FFFFFF"/>
        </a:lt1>
        <a:dk2>
          <a:srgbClr val="993300"/>
        </a:dk2>
        <a:lt2>
          <a:srgbClr val="CCAA00"/>
        </a:lt2>
        <a:accent1>
          <a:srgbClr val="FF3300"/>
        </a:accent1>
        <a:accent2>
          <a:srgbClr val="9E6600"/>
        </a:accent2>
        <a:accent3>
          <a:srgbClr val="CAADAA"/>
        </a:accent3>
        <a:accent4>
          <a:srgbClr val="DADADA"/>
        </a:accent4>
        <a:accent5>
          <a:srgbClr val="FFADAA"/>
        </a:accent5>
        <a:accent6>
          <a:srgbClr val="8F5C00"/>
        </a:accent6>
        <a:hlink>
          <a:srgbClr val="FFCC00"/>
        </a:hlink>
        <a:folHlink>
          <a:srgbClr val="F7DC97"/>
        </a:folHlink>
      </a:clrScheme>
      <a:clrMap bg1="dk2" tx1="lt1" bg2="dk1" tx2="lt2" accent1="accent1" accent2="accent2" accent3="accent3" accent4="accent4" accent5="accent5" accent6="accent6" hlink="hlink" folHlink="folHlink"/>
    </a:extraClrScheme>
    <a:extraClrScheme>
      <a:clrScheme name="Mountain Top 2">
        <a:dk1>
          <a:srgbClr val="3D0058"/>
        </a:dk1>
        <a:lt1>
          <a:srgbClr val="FFFFFF"/>
        </a:lt1>
        <a:dk2>
          <a:srgbClr val="9188B0"/>
        </a:dk2>
        <a:lt2>
          <a:srgbClr val="DDE0DC"/>
        </a:lt2>
        <a:accent1>
          <a:srgbClr val="FFCC00"/>
        </a:accent1>
        <a:accent2>
          <a:srgbClr val="4C3D78"/>
        </a:accent2>
        <a:accent3>
          <a:srgbClr val="C7C3D4"/>
        </a:accent3>
        <a:accent4>
          <a:srgbClr val="DADADA"/>
        </a:accent4>
        <a:accent5>
          <a:srgbClr val="FFE2AA"/>
        </a:accent5>
        <a:accent6>
          <a:srgbClr val="44366C"/>
        </a:accent6>
        <a:hlink>
          <a:srgbClr val="743D78"/>
        </a:hlink>
        <a:folHlink>
          <a:srgbClr val="CC9900"/>
        </a:folHlink>
      </a:clrScheme>
      <a:clrMap bg1="dk2" tx1="lt1" bg2="dk1" tx2="lt2" accent1="accent1" accent2="accent2" accent3="accent3" accent4="accent4" accent5="accent5" accent6="accent6" hlink="hlink" folHlink="folHlink"/>
    </a:extraClrScheme>
    <a:extraClrScheme>
      <a:clrScheme name="Mountain Top 3">
        <a:dk1>
          <a:srgbClr val="10104C"/>
        </a:dk1>
        <a:lt1>
          <a:srgbClr val="FFFFFF"/>
        </a:lt1>
        <a:dk2>
          <a:srgbClr val="003366"/>
        </a:dk2>
        <a:lt2>
          <a:srgbClr val="C6CCD4"/>
        </a:lt2>
        <a:accent1>
          <a:srgbClr val="33CCFF"/>
        </a:accent1>
        <a:accent2>
          <a:srgbClr val="5B5B8D"/>
        </a:accent2>
        <a:accent3>
          <a:srgbClr val="AAADB8"/>
        </a:accent3>
        <a:accent4>
          <a:srgbClr val="DADADA"/>
        </a:accent4>
        <a:accent5>
          <a:srgbClr val="ADE2FF"/>
        </a:accent5>
        <a:accent6>
          <a:srgbClr val="52527F"/>
        </a:accent6>
        <a:hlink>
          <a:srgbClr val="4529AB"/>
        </a:hlink>
        <a:folHlink>
          <a:srgbClr val="00CC99"/>
        </a:folHlink>
      </a:clrScheme>
      <a:clrMap bg1="dk2" tx1="lt1" bg2="dk1" tx2="lt2" accent1="accent1" accent2="accent2" accent3="accent3" accent4="accent4" accent5="accent5" accent6="accent6" hlink="hlink" folHlink="folHlink"/>
    </a:extraClrScheme>
    <a:extraClrScheme>
      <a:clrScheme name="Mountain Top 4">
        <a:dk1>
          <a:srgbClr val="B0C8CA"/>
        </a:dk1>
        <a:lt1>
          <a:srgbClr val="FFFFFF"/>
        </a:lt1>
        <a:dk2>
          <a:srgbClr val="000099"/>
        </a:dk2>
        <a:lt2>
          <a:srgbClr val="FFFFFF"/>
        </a:lt2>
        <a:accent1>
          <a:srgbClr val="89C4FF"/>
        </a:accent1>
        <a:accent2>
          <a:srgbClr val="00008C"/>
        </a:accent2>
        <a:accent3>
          <a:srgbClr val="AAAACA"/>
        </a:accent3>
        <a:accent4>
          <a:srgbClr val="DADADA"/>
        </a:accent4>
        <a:accent5>
          <a:srgbClr val="C4DEFF"/>
        </a:accent5>
        <a:accent6>
          <a:srgbClr val="00007E"/>
        </a:accent6>
        <a:hlink>
          <a:srgbClr val="6666FF"/>
        </a:hlink>
        <a:folHlink>
          <a:srgbClr val="C0C0C0"/>
        </a:folHlink>
      </a:clrScheme>
      <a:clrMap bg1="dk2" tx1="lt1" bg2="dk1" tx2="lt2" accent1="accent1" accent2="accent2" accent3="accent3" accent4="accent4" accent5="accent5" accent6="accent6" hlink="hlink" folHlink="folHlink"/>
    </a:extraClrScheme>
    <a:extraClrScheme>
      <a:clrScheme name="Mountain Top 5">
        <a:dk1>
          <a:srgbClr val="463416"/>
        </a:dk1>
        <a:lt1>
          <a:srgbClr val="FFFFFF"/>
        </a:lt1>
        <a:dk2>
          <a:srgbClr val="003399"/>
        </a:dk2>
        <a:lt2>
          <a:srgbClr val="E3E3FF"/>
        </a:lt2>
        <a:accent1>
          <a:srgbClr val="3399FF"/>
        </a:accent1>
        <a:accent2>
          <a:srgbClr val="33CCCC"/>
        </a:accent2>
        <a:accent3>
          <a:srgbClr val="AAADCA"/>
        </a:accent3>
        <a:accent4>
          <a:srgbClr val="DADADA"/>
        </a:accent4>
        <a:accent5>
          <a:srgbClr val="ADCAFF"/>
        </a:accent5>
        <a:accent6>
          <a:srgbClr val="2DB9B9"/>
        </a:accent6>
        <a:hlink>
          <a:srgbClr val="00FFCC"/>
        </a:hlink>
        <a:folHlink>
          <a:srgbClr val="808000"/>
        </a:folHlink>
      </a:clrScheme>
      <a:clrMap bg1="dk2" tx1="lt1" bg2="dk1" tx2="lt2" accent1="accent1" accent2="accent2" accent3="accent3" accent4="accent4" accent5="accent5" accent6="accent6" hlink="hlink" folHlink="folHlink"/>
    </a:extraClrScheme>
    <a:extraClrScheme>
      <a:clrScheme name="Mountain Top 6">
        <a:dk1>
          <a:srgbClr val="809296"/>
        </a:dk1>
        <a:lt1>
          <a:srgbClr val="FFFFFF"/>
        </a:lt1>
        <a:dk2>
          <a:srgbClr val="6699FF"/>
        </a:dk2>
        <a:lt2>
          <a:srgbClr val="B3EDFF"/>
        </a:lt2>
        <a:accent1>
          <a:srgbClr val="FF9933"/>
        </a:accent1>
        <a:accent2>
          <a:srgbClr val="FFAA99"/>
        </a:accent2>
        <a:accent3>
          <a:srgbClr val="B8CAFF"/>
        </a:accent3>
        <a:accent4>
          <a:srgbClr val="DADADA"/>
        </a:accent4>
        <a:accent5>
          <a:srgbClr val="FFCAAD"/>
        </a:accent5>
        <a:accent6>
          <a:srgbClr val="E79A8A"/>
        </a:accent6>
        <a:hlink>
          <a:srgbClr val="FFCFAB"/>
        </a:hlink>
        <a:folHlink>
          <a:srgbClr val="CC9900"/>
        </a:folHlink>
      </a:clrScheme>
      <a:clrMap bg1="dk2" tx1="lt1" bg2="dk1" tx2="lt2" accent1="accent1" accent2="accent2" accent3="accent3" accent4="accent4" accent5="accent5" accent6="accent6" hlink="hlink" folHlink="folHlink"/>
    </a:extraClrScheme>
    <a:extraClrScheme>
      <a:clrScheme name="Mountain Top 7">
        <a:dk1>
          <a:srgbClr val="006666"/>
        </a:dk1>
        <a:lt1>
          <a:srgbClr val="FFFFFF"/>
        </a:lt1>
        <a:dk2>
          <a:srgbClr val="85D1E3"/>
        </a:dk2>
        <a:lt2>
          <a:srgbClr val="CCFFFF"/>
        </a:lt2>
        <a:accent1>
          <a:srgbClr val="FFCC00"/>
        </a:accent1>
        <a:accent2>
          <a:srgbClr val="00CC99"/>
        </a:accent2>
        <a:accent3>
          <a:srgbClr val="C2E5EF"/>
        </a:accent3>
        <a:accent4>
          <a:srgbClr val="DADADA"/>
        </a:accent4>
        <a:accent5>
          <a:srgbClr val="FFE2AA"/>
        </a:accent5>
        <a:accent6>
          <a:srgbClr val="00B98A"/>
        </a:accent6>
        <a:hlink>
          <a:srgbClr val="0099FF"/>
        </a:hlink>
        <a:folHlink>
          <a:srgbClr val="6600CC"/>
        </a:folHlink>
      </a:clrScheme>
      <a:clrMap bg1="dk2" tx1="lt1" bg2="dk1" tx2="lt2" accent1="accent1" accent2="accent2" accent3="accent3" accent4="accent4" accent5="accent5" accent6="accent6" hlink="hlink" folHlink="folHlink"/>
    </a:extraClrScheme>
    <a:extraClrScheme>
      <a:clrScheme name="Mountain Top 8">
        <a:dk1>
          <a:srgbClr val="404B3D"/>
        </a:dk1>
        <a:lt1>
          <a:srgbClr val="FFFFFF"/>
        </a:lt1>
        <a:dk2>
          <a:srgbClr val="A7A491"/>
        </a:dk2>
        <a:lt2>
          <a:srgbClr val="CCD0CA"/>
        </a:lt2>
        <a:accent1>
          <a:srgbClr val="33CCCC"/>
        </a:accent1>
        <a:accent2>
          <a:srgbClr val="004E4C"/>
        </a:accent2>
        <a:accent3>
          <a:srgbClr val="D0CFC7"/>
        </a:accent3>
        <a:accent4>
          <a:srgbClr val="DADADA"/>
        </a:accent4>
        <a:accent5>
          <a:srgbClr val="ADE2E2"/>
        </a:accent5>
        <a:accent6>
          <a:srgbClr val="004644"/>
        </a:accent6>
        <a:hlink>
          <a:srgbClr val="477781"/>
        </a:hlink>
        <a:folHlink>
          <a:srgbClr val="85CC74"/>
        </a:folHlink>
      </a:clrScheme>
      <a:clrMap bg1="dk2" tx1="lt1" bg2="dk1" tx2="lt2" accent1="accent1" accent2="accent2" accent3="accent3" accent4="accent4" accent5="accent5" accent6="accent6" hlink="hlink" folHlink="folHlink"/>
    </a:extraClrScheme>
    <a:extraClrScheme>
      <a:clrScheme name="Mountain Top 9">
        <a:dk1>
          <a:srgbClr val="000000"/>
        </a:dk1>
        <a:lt1>
          <a:srgbClr val="FFFFFF"/>
        </a:lt1>
        <a:dk2>
          <a:srgbClr val="FFFFAF"/>
        </a:dk2>
        <a:lt2>
          <a:srgbClr val="676597"/>
        </a:lt2>
        <a:accent1>
          <a:srgbClr val="66CCFF"/>
        </a:accent1>
        <a:accent2>
          <a:srgbClr val="CCECFF"/>
        </a:accent2>
        <a:accent3>
          <a:srgbClr val="FFFFFF"/>
        </a:accent3>
        <a:accent4>
          <a:srgbClr val="000000"/>
        </a:accent4>
        <a:accent5>
          <a:srgbClr val="B8E2FF"/>
        </a:accent5>
        <a:accent6>
          <a:srgbClr val="B9D6E7"/>
        </a:accent6>
        <a:hlink>
          <a:srgbClr val="6600CC"/>
        </a:hlink>
        <a:folHlink>
          <a:srgbClr val="0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5938</TotalTime>
  <Words>2252</Words>
  <Application>Microsoft Office PowerPoint</Application>
  <PresentationFormat>全屏显示(4:3)</PresentationFormat>
  <Paragraphs>200</Paragraphs>
  <Slides>38</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38</vt:i4>
      </vt:variant>
    </vt:vector>
  </HeadingPairs>
  <TitlesOfParts>
    <vt:vector size="48" baseType="lpstr">
      <vt:lpstr>PMingLiU</vt:lpstr>
      <vt:lpstr>宋体</vt:lpstr>
      <vt:lpstr>Arial</vt:lpstr>
      <vt:lpstr>Cambria Math</vt:lpstr>
      <vt:lpstr>Symbol</vt:lpstr>
      <vt:lpstr>Times New Roman</vt:lpstr>
      <vt:lpstr>Wingdings</vt:lpstr>
      <vt:lpstr>Mountain Top</vt:lpstr>
      <vt:lpstr>公式</vt:lpstr>
      <vt:lpstr>Equation</vt:lpstr>
      <vt:lpstr>第2节 贝叶斯分类方法  </vt:lpstr>
      <vt:lpstr>一、贝叶斯分类原理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二、Bayes问题求解过程</vt:lpstr>
      <vt:lpstr>PowerPoint 演示文稿</vt:lpstr>
      <vt:lpstr>1) 共轭分布族 </vt:lpstr>
      <vt:lpstr>PowerPoint 演示文稿</vt:lpstr>
      <vt:lpstr>PowerPoint 演示文稿</vt:lpstr>
      <vt:lpstr>PowerPoint 演示文稿</vt:lpstr>
      <vt:lpstr>PowerPoint 演示文稿</vt:lpstr>
      <vt:lpstr>PowerPoint 演示文稿</vt:lpstr>
      <vt:lpstr>2. 学习机制和问题求解步骤</vt:lpstr>
      <vt:lpstr>求解过程：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芳向电脑工作室</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第二节</dc:title>
  <dc:creator>张芳向 Netboy</dc:creator>
  <cp:lastModifiedBy>june june</cp:lastModifiedBy>
  <cp:revision>190</cp:revision>
  <dcterms:created xsi:type="dcterms:W3CDTF">2008-09-30T08:51:00Z</dcterms:created>
  <dcterms:modified xsi:type="dcterms:W3CDTF">2025-09-20T14:54:46Z</dcterms:modified>
</cp:coreProperties>
</file>